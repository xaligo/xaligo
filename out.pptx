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8097500" cy="12192000"/>
  <p:notesSz cx="12192000" cy="18097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image" Target="../media/image-1-21.png"/><Relationship Id="rId22" Type="http://schemas.openxmlformats.org/officeDocument/2006/relationships/image" Target="../media/image-1-22.svg"/><Relationship Id="rId23" Type="http://schemas.openxmlformats.org/officeDocument/2006/relationships/image" Target="../media/image-1-23.png"/><Relationship Id="rId24" Type="http://schemas.openxmlformats.org/officeDocument/2006/relationships/image" Target="../media/image-1-24.svg"/><Relationship Id="rId25" Type="http://schemas.openxmlformats.org/officeDocument/2006/relationships/image" Target="../media/image-1-25.png"/><Relationship Id="rId26" Type="http://schemas.openxmlformats.org/officeDocument/2006/relationships/image" Target="../media/image-1-26.svg"/><Relationship Id="rId27" Type="http://schemas.openxmlformats.org/officeDocument/2006/relationships/image" Target="../media/image-1-27.png"/><Relationship Id="rId28" Type="http://schemas.openxmlformats.org/officeDocument/2006/relationships/image" Target="../media/image-1-28.svg"/><Relationship Id="rId29" Type="http://schemas.openxmlformats.org/officeDocument/2006/relationships/image" Target="../media/image-1-29.png"/><Relationship Id="rId30" Type="http://schemas.openxmlformats.org/officeDocument/2006/relationships/image" Target="../media/image-1-30.svg"/><Relationship Id="rId31" Type="http://schemas.openxmlformats.org/officeDocument/2006/relationships/image" Target="../media/image-1-31.png"/><Relationship Id="rId32" Type="http://schemas.openxmlformats.org/officeDocument/2006/relationships/image" Target="../media/image-1-32.svg"/><Relationship Id="rId33" Type="http://schemas.openxmlformats.org/officeDocument/2006/relationships/image" Target="../media/image-1-33.png"/><Relationship Id="rId34" Type="http://schemas.openxmlformats.org/officeDocument/2006/relationships/image" Target="../media/image-1-34.svg"/><Relationship Id="rId35" Type="http://schemas.openxmlformats.org/officeDocument/2006/relationships/image" Target="../media/image-1-35.png"/><Relationship Id="rId36" Type="http://schemas.openxmlformats.org/officeDocument/2006/relationships/image" Target="../media/image-1-36.svg"/><Relationship Id="rId37" Type="http://schemas.openxmlformats.org/officeDocument/2006/relationships/image" Target="../media/image-1-37.png"/><Relationship Id="rId38" Type="http://schemas.openxmlformats.org/officeDocument/2006/relationships/image" Target="../media/image-1-38.svg"/><Relationship Id="rId39" Type="http://schemas.openxmlformats.org/officeDocument/2006/relationships/image" Target="../media/image-1-39.png"/><Relationship Id="rId40" Type="http://schemas.openxmlformats.org/officeDocument/2006/relationships/image" Target="../media/image-1-40.svg"/><Relationship Id="rId41" Type="http://schemas.openxmlformats.org/officeDocument/2006/relationships/image" Target="../media/image-1-41.png"/><Relationship Id="rId42" Type="http://schemas.openxmlformats.org/officeDocument/2006/relationships/image" Target="../media/image-1-42.svg"/><Relationship Id="rId43" Type="http://schemas.openxmlformats.org/officeDocument/2006/relationships/image" Target="../media/image-1-43.png"/><Relationship Id="rId44" Type="http://schemas.openxmlformats.org/officeDocument/2006/relationships/image" Target="../media/image-1-44.svg"/><Relationship Id="rId45" Type="http://schemas.openxmlformats.org/officeDocument/2006/relationships/image" Target="../media/image-1-45.png"/><Relationship Id="rId46" Type="http://schemas.openxmlformats.org/officeDocument/2006/relationships/image" Target="../media/image-1-46.svg"/><Relationship Id="rId47" Type="http://schemas.openxmlformats.org/officeDocument/2006/relationships/image" Target="../media/image-1-47.png"/><Relationship Id="rId48" Type="http://schemas.openxmlformats.org/officeDocument/2006/relationships/image" Target="../media/image-1-48.svg"/><Relationship Id="rId49" Type="http://schemas.openxmlformats.org/officeDocument/2006/relationships/image" Target="../media/image-1-49.png"/><Relationship Id="rId50" Type="http://schemas.openxmlformats.org/officeDocument/2006/relationships/image" Target="../media/image-1-50.svg"/><Relationship Id="rId51" Type="http://schemas.openxmlformats.org/officeDocument/2006/relationships/image" Target="../media/image-1-51.png"/><Relationship Id="rId52" Type="http://schemas.openxmlformats.org/officeDocument/2006/relationships/image" Target="../media/image-1-52.svg"/><Relationship Id="rId53" Type="http://schemas.openxmlformats.org/officeDocument/2006/relationships/image" Target="../media/image-1-53.png"/><Relationship Id="rId54" Type="http://schemas.openxmlformats.org/officeDocument/2006/relationships/image" Target="../media/image-1-54.svg"/><Relationship Id="rId55" Type="http://schemas.openxmlformats.org/officeDocument/2006/relationships/image" Target="../media/image-1-55.png"/><Relationship Id="rId56" Type="http://schemas.openxmlformats.org/officeDocument/2006/relationships/image" Target="../media/image-1-56.svg"/><Relationship Id="rId57" Type="http://schemas.openxmlformats.org/officeDocument/2006/relationships/image" Target="../media/image-1-57.png"/><Relationship Id="rId58" Type="http://schemas.openxmlformats.org/officeDocument/2006/relationships/image" Target="../media/image-1-58.svg"/><Relationship Id="rId59" Type="http://schemas.openxmlformats.org/officeDocument/2006/relationships/image" Target="../media/image-1-59.png"/><Relationship Id="rId60" Type="http://schemas.openxmlformats.org/officeDocument/2006/relationships/image" Target="../media/image-1-60.svg"/><Relationship Id="rId61" Type="http://schemas.openxmlformats.org/officeDocument/2006/relationships/image" Target="../media/image-1-61.png"/><Relationship Id="rId62" Type="http://schemas.openxmlformats.org/officeDocument/2006/relationships/image" Target="../media/image-1-62.svg"/><Relationship Id="rId63" Type="http://schemas.openxmlformats.org/officeDocument/2006/relationships/image" Target="../media/image-1-63.png"/><Relationship Id="rId64" Type="http://schemas.openxmlformats.org/officeDocument/2006/relationships/image" Target="../media/image-1-64.svg"/><Relationship Id="rId65" Type="http://schemas.openxmlformats.org/officeDocument/2006/relationships/image" Target="../media/image-1-65.png"/><Relationship Id="rId66" Type="http://schemas.openxmlformats.org/officeDocument/2006/relationships/image" Target="../media/image-1-66.svg"/><Relationship Id="rId67" Type="http://schemas.openxmlformats.org/officeDocument/2006/relationships/image" Target="../media/image-1-67.png"/><Relationship Id="rId68" Type="http://schemas.openxmlformats.org/officeDocument/2006/relationships/image" Target="../media/image-1-68.svg"/><Relationship Id="rId69" Type="http://schemas.openxmlformats.org/officeDocument/2006/relationships/image" Target="../media/image-1-69.png"/><Relationship Id="rId70" Type="http://schemas.openxmlformats.org/officeDocument/2006/relationships/image" Target="../media/image-1-70.svg"/><Relationship Id="rId71" Type="http://schemas.openxmlformats.org/officeDocument/2006/relationships/image" Target="../media/image-1-71.png"/><Relationship Id="rId72" Type="http://schemas.openxmlformats.org/officeDocument/2006/relationships/image" Target="../media/image-1-72.svg"/><Relationship Id="rId73" Type="http://schemas.openxmlformats.org/officeDocument/2006/relationships/image" Target="../media/image-1-73.png"/><Relationship Id="rId74" Type="http://schemas.openxmlformats.org/officeDocument/2006/relationships/image" Target="../media/image-1-74.svg"/><Relationship Id="rId75" Type="http://schemas.openxmlformats.org/officeDocument/2006/relationships/image" Target="../media/image-1-75.png"/><Relationship Id="rId76" Type="http://schemas.openxmlformats.org/officeDocument/2006/relationships/image" Target="../media/image-1-76.svg"/><Relationship Id="rId77" Type="http://schemas.openxmlformats.org/officeDocument/2006/relationships/image" Target="../media/image-1-77.png"/><Relationship Id="rId78" Type="http://schemas.openxmlformats.org/officeDocument/2006/relationships/image" Target="../media/image-1-78.svg"/><Relationship Id="rId79" Type="http://schemas.openxmlformats.org/officeDocument/2006/relationships/image" Target="../media/image-1-79.png"/><Relationship Id="rId80" Type="http://schemas.openxmlformats.org/officeDocument/2006/relationships/image" Target="../media/image-1-80.svg"/><Relationship Id="rId81" Type="http://schemas.openxmlformats.org/officeDocument/2006/relationships/image" Target="../media/image-1-81.png"/><Relationship Id="rId82" Type="http://schemas.openxmlformats.org/officeDocument/2006/relationships/image" Target="../media/image-1-82.svg"/><Relationship Id="rId83" Type="http://schemas.openxmlformats.org/officeDocument/2006/relationships/image" Target="../media/image-1-83.png"/><Relationship Id="rId84" Type="http://schemas.openxmlformats.org/officeDocument/2006/relationships/image" Target="../media/image-1-84.svg"/><Relationship Id="rId85" Type="http://schemas.openxmlformats.org/officeDocument/2006/relationships/image" Target="../media/image-1-85.png"/><Relationship Id="rId86" Type="http://schemas.openxmlformats.org/officeDocument/2006/relationships/image" Target="../media/image-1-86.svg"/><Relationship Id="rId87" Type="http://schemas.openxmlformats.org/officeDocument/2006/relationships/image" Target="../media/image-1-87.png"/><Relationship Id="rId88" Type="http://schemas.openxmlformats.org/officeDocument/2006/relationships/image" Target="../media/image-1-88.svg"/><Relationship Id="rId89" Type="http://schemas.openxmlformats.org/officeDocument/2006/relationships/image" Target="../media/image-1-89.png"/><Relationship Id="rId90" Type="http://schemas.openxmlformats.org/officeDocument/2006/relationships/image" Target="../media/image-1-90.svg"/><Relationship Id="rId91" Type="http://schemas.openxmlformats.org/officeDocument/2006/relationships/image" Target="../media/image-1-91.png"/><Relationship Id="rId92" Type="http://schemas.openxmlformats.org/officeDocument/2006/relationships/image" Target="../media/image-1-92.svg"/><Relationship Id="rId93" Type="http://schemas.openxmlformats.org/officeDocument/2006/relationships/image" Target="../media/image-1-93.png"/><Relationship Id="rId94" Type="http://schemas.openxmlformats.org/officeDocument/2006/relationships/image" Target="../media/image-1-94.svg"/><Relationship Id="rId95" Type="http://schemas.openxmlformats.org/officeDocument/2006/relationships/image" Target="../media/image-1-95.png"/><Relationship Id="rId96" Type="http://schemas.openxmlformats.org/officeDocument/2006/relationships/image" Target="../media/image-1-96.svg"/><Relationship Id="rId97" Type="http://schemas.openxmlformats.org/officeDocument/2006/relationships/image" Target="../media/image-1-97.png"/><Relationship Id="rId98" Type="http://schemas.openxmlformats.org/officeDocument/2006/relationships/image" Target="../media/image-1-98.svg"/><Relationship Id="rId99" Type="http://schemas.openxmlformats.org/officeDocument/2006/relationships/image" Target="../media/image-1-99.png"/><Relationship Id="rId100" Type="http://schemas.openxmlformats.org/officeDocument/2006/relationships/image" Target="../media/image-1-100.svg"/><Relationship Id="rId101" Type="http://schemas.openxmlformats.org/officeDocument/2006/relationships/image" Target="../media/image-1-101.png"/><Relationship Id="rId102" Type="http://schemas.openxmlformats.org/officeDocument/2006/relationships/image" Target="../media/image-1-102.svg"/><Relationship Id="rId103" Type="http://schemas.openxmlformats.org/officeDocument/2006/relationships/image" Target="../media/image-1-103.png"/><Relationship Id="rId104" Type="http://schemas.openxmlformats.org/officeDocument/2006/relationships/image" Target="../media/image-1-104.svg"/><Relationship Id="rId105" Type="http://schemas.openxmlformats.org/officeDocument/2006/relationships/image" Target="../media/image-1-105.png"/><Relationship Id="rId106" Type="http://schemas.openxmlformats.org/officeDocument/2006/relationships/image" Target="../media/image-1-106.svg"/><Relationship Id="rId107" Type="http://schemas.openxmlformats.org/officeDocument/2006/relationships/image" Target="../media/image-1-107.png"/><Relationship Id="rId108" Type="http://schemas.openxmlformats.org/officeDocument/2006/relationships/image" Target="../media/image-1-108.svg"/><Relationship Id="rId109" Type="http://schemas.openxmlformats.org/officeDocument/2006/relationships/image" Target="../media/image-1-109.png"/><Relationship Id="rId110" Type="http://schemas.openxmlformats.org/officeDocument/2006/relationships/image" Target="../media/image-1-110.svg"/><Relationship Id="rId111" Type="http://schemas.openxmlformats.org/officeDocument/2006/relationships/image" Target="../media/image-1-111.png"/><Relationship Id="rId112" Type="http://schemas.openxmlformats.org/officeDocument/2006/relationships/image" Target="../media/image-1-112.svg"/><Relationship Id="rId113" Type="http://schemas.openxmlformats.org/officeDocument/2006/relationships/image" Target="../media/image-1-113.png"/><Relationship Id="rId114" Type="http://schemas.openxmlformats.org/officeDocument/2006/relationships/image" Target="../media/image-1-114.svg"/><Relationship Id="rId115" Type="http://schemas.openxmlformats.org/officeDocument/2006/relationships/image" Target="../media/image-1-115.png"/><Relationship Id="rId116" Type="http://schemas.openxmlformats.org/officeDocument/2006/relationships/image" Target="../media/image-1-116.svg"/><Relationship Id="rId117" Type="http://schemas.openxmlformats.org/officeDocument/2006/relationships/image" Target="../media/image-1-117.png"/><Relationship Id="rId118" Type="http://schemas.openxmlformats.org/officeDocument/2006/relationships/image" Target="../media/image-1-118.svg"/><Relationship Id="rId119" Type="http://schemas.openxmlformats.org/officeDocument/2006/relationships/image" Target="../media/image-1-119.png"/><Relationship Id="rId120" Type="http://schemas.openxmlformats.org/officeDocument/2006/relationships/image" Target="../media/image-1-120.svg"/><Relationship Id="rId121" Type="http://schemas.openxmlformats.org/officeDocument/2006/relationships/image" Target="../media/image-1-121.png"/><Relationship Id="rId122" Type="http://schemas.openxmlformats.org/officeDocument/2006/relationships/image" Target="../media/image-1-122.svg"/><Relationship Id="rId123" Type="http://schemas.openxmlformats.org/officeDocument/2006/relationships/image" Target="../media/image-1-123.png"/><Relationship Id="rId124" Type="http://schemas.openxmlformats.org/officeDocument/2006/relationships/image" Target="../media/image-1-124.svg"/><Relationship Id="rId125" Type="http://schemas.openxmlformats.org/officeDocument/2006/relationships/image" Target="../media/image-1-125.png"/><Relationship Id="rId126" Type="http://schemas.openxmlformats.org/officeDocument/2006/relationships/image" Target="../media/image-1-126.svg"/><Relationship Id="rId127" Type="http://schemas.openxmlformats.org/officeDocument/2006/relationships/image" Target="../media/image-1-127.png"/><Relationship Id="rId128" Type="http://schemas.openxmlformats.org/officeDocument/2006/relationships/image" Target="../media/image-1-128.svg"/><Relationship Id="rId129" Type="http://schemas.openxmlformats.org/officeDocument/2006/relationships/slideLayout" Target="../slideLayouts/slideLayout1.xml"/><Relationship Id="rId13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image" Target="../media/image-2-21.png"/><Relationship Id="rId22" Type="http://schemas.openxmlformats.org/officeDocument/2006/relationships/image" Target="../media/image-2-22.svg"/><Relationship Id="rId23" Type="http://schemas.openxmlformats.org/officeDocument/2006/relationships/image" Target="../media/image-2-23.png"/><Relationship Id="rId24" Type="http://schemas.openxmlformats.org/officeDocument/2006/relationships/image" Target="../media/image-2-24.svg"/><Relationship Id="rId25" Type="http://schemas.openxmlformats.org/officeDocument/2006/relationships/image" Target="../media/image-2-25.png"/><Relationship Id="rId26" Type="http://schemas.openxmlformats.org/officeDocument/2006/relationships/image" Target="../media/image-2-26.svg"/><Relationship Id="rId27" Type="http://schemas.openxmlformats.org/officeDocument/2006/relationships/image" Target="../media/image-2-27.png"/><Relationship Id="rId28" Type="http://schemas.openxmlformats.org/officeDocument/2006/relationships/image" Target="../media/image-2-28.svg"/><Relationship Id="rId29" Type="http://schemas.openxmlformats.org/officeDocument/2006/relationships/image" Target="../media/image-2-29.png"/><Relationship Id="rId30" Type="http://schemas.openxmlformats.org/officeDocument/2006/relationships/image" Target="../media/image-2-30.svg"/><Relationship Id="rId31" Type="http://schemas.openxmlformats.org/officeDocument/2006/relationships/image" Target="../media/image-2-31.png"/><Relationship Id="rId32" Type="http://schemas.openxmlformats.org/officeDocument/2006/relationships/image" Target="../media/image-2-32.svg"/><Relationship Id="rId33" Type="http://schemas.openxmlformats.org/officeDocument/2006/relationships/image" Target="../media/image-2-33.png"/><Relationship Id="rId34" Type="http://schemas.openxmlformats.org/officeDocument/2006/relationships/image" Target="../media/image-2-34.svg"/><Relationship Id="rId35" Type="http://schemas.openxmlformats.org/officeDocument/2006/relationships/image" Target="../media/image-2-35.png"/><Relationship Id="rId36" Type="http://schemas.openxmlformats.org/officeDocument/2006/relationships/image" Target="../media/image-2-36.svg"/><Relationship Id="rId37" Type="http://schemas.openxmlformats.org/officeDocument/2006/relationships/image" Target="../media/image-2-37.png"/><Relationship Id="rId38" Type="http://schemas.openxmlformats.org/officeDocument/2006/relationships/image" Target="../media/image-2-38.svg"/><Relationship Id="rId39" Type="http://schemas.openxmlformats.org/officeDocument/2006/relationships/image" Target="../media/image-2-39.png"/><Relationship Id="rId40" Type="http://schemas.openxmlformats.org/officeDocument/2006/relationships/image" Target="../media/image-2-40.svg"/><Relationship Id="rId41" Type="http://schemas.openxmlformats.org/officeDocument/2006/relationships/image" Target="../media/image-2-41.png"/><Relationship Id="rId42" Type="http://schemas.openxmlformats.org/officeDocument/2006/relationships/image" Target="../media/image-2-42.svg"/><Relationship Id="rId43" Type="http://schemas.openxmlformats.org/officeDocument/2006/relationships/image" Target="../media/image-2-43.png"/><Relationship Id="rId44" Type="http://schemas.openxmlformats.org/officeDocument/2006/relationships/image" Target="../media/image-2-44.svg"/><Relationship Id="rId45" Type="http://schemas.openxmlformats.org/officeDocument/2006/relationships/image" Target="../media/image-2-45.png"/><Relationship Id="rId46" Type="http://schemas.openxmlformats.org/officeDocument/2006/relationships/image" Target="../media/image-2-46.svg"/><Relationship Id="rId47" Type="http://schemas.openxmlformats.org/officeDocument/2006/relationships/image" Target="../media/image-2-47.png"/><Relationship Id="rId48" Type="http://schemas.openxmlformats.org/officeDocument/2006/relationships/image" Target="../media/image-2-48.svg"/><Relationship Id="rId49" Type="http://schemas.openxmlformats.org/officeDocument/2006/relationships/image" Target="../media/image-2-49.png"/><Relationship Id="rId50" Type="http://schemas.openxmlformats.org/officeDocument/2006/relationships/image" Target="../media/image-2-50.svg"/><Relationship Id="rId51" Type="http://schemas.openxmlformats.org/officeDocument/2006/relationships/image" Target="../media/image-2-51.png"/><Relationship Id="rId52" Type="http://schemas.openxmlformats.org/officeDocument/2006/relationships/image" Target="../media/image-2-52.svg"/><Relationship Id="rId53" Type="http://schemas.openxmlformats.org/officeDocument/2006/relationships/image" Target="../media/image-2-53.png"/><Relationship Id="rId54" Type="http://schemas.openxmlformats.org/officeDocument/2006/relationships/image" Target="../media/image-2-54.svg"/><Relationship Id="rId55" Type="http://schemas.openxmlformats.org/officeDocument/2006/relationships/image" Target="../media/image-2-55.png"/><Relationship Id="rId56" Type="http://schemas.openxmlformats.org/officeDocument/2006/relationships/image" Target="../media/image-2-56.svg"/><Relationship Id="rId57" Type="http://schemas.openxmlformats.org/officeDocument/2006/relationships/image" Target="../media/image-2-57.png"/><Relationship Id="rId58" Type="http://schemas.openxmlformats.org/officeDocument/2006/relationships/image" Target="../media/image-2-58.svg"/><Relationship Id="rId59" Type="http://schemas.openxmlformats.org/officeDocument/2006/relationships/image" Target="../media/image-2-59.png"/><Relationship Id="rId60" Type="http://schemas.openxmlformats.org/officeDocument/2006/relationships/image" Target="../media/image-2-60.svg"/><Relationship Id="rId61" Type="http://schemas.openxmlformats.org/officeDocument/2006/relationships/image" Target="../media/image-2-61.png"/><Relationship Id="rId62" Type="http://schemas.openxmlformats.org/officeDocument/2006/relationships/image" Target="../media/image-2-62.svg"/><Relationship Id="rId63" Type="http://schemas.openxmlformats.org/officeDocument/2006/relationships/image" Target="../media/image-2-63.png"/><Relationship Id="rId64" Type="http://schemas.openxmlformats.org/officeDocument/2006/relationships/image" Target="../media/image-2-64.svg"/><Relationship Id="rId65" Type="http://schemas.openxmlformats.org/officeDocument/2006/relationships/image" Target="../media/image-2-65.png"/><Relationship Id="rId66" Type="http://schemas.openxmlformats.org/officeDocument/2006/relationships/image" Target="../media/image-2-66.svg"/><Relationship Id="rId67" Type="http://schemas.openxmlformats.org/officeDocument/2006/relationships/image" Target="../media/image-2-67.png"/><Relationship Id="rId68" Type="http://schemas.openxmlformats.org/officeDocument/2006/relationships/image" Target="../media/image-2-68.svg"/><Relationship Id="rId69" Type="http://schemas.openxmlformats.org/officeDocument/2006/relationships/image" Target="../media/image-2-69.png"/><Relationship Id="rId70" Type="http://schemas.openxmlformats.org/officeDocument/2006/relationships/image" Target="../media/image-2-70.svg"/><Relationship Id="rId71" Type="http://schemas.openxmlformats.org/officeDocument/2006/relationships/image" Target="../media/image-2-71.png"/><Relationship Id="rId72" Type="http://schemas.openxmlformats.org/officeDocument/2006/relationships/image" Target="../media/image-2-72.svg"/><Relationship Id="rId73" Type="http://schemas.openxmlformats.org/officeDocument/2006/relationships/image" Target="../media/image-2-73.png"/><Relationship Id="rId74" Type="http://schemas.openxmlformats.org/officeDocument/2006/relationships/image" Target="../media/image-2-74.svg"/><Relationship Id="rId75" Type="http://schemas.openxmlformats.org/officeDocument/2006/relationships/image" Target="../media/image-2-75.png"/><Relationship Id="rId76" Type="http://schemas.openxmlformats.org/officeDocument/2006/relationships/image" Target="../media/image-2-76.svg"/><Relationship Id="rId77" Type="http://schemas.openxmlformats.org/officeDocument/2006/relationships/image" Target="../media/image-2-77.png"/><Relationship Id="rId78" Type="http://schemas.openxmlformats.org/officeDocument/2006/relationships/image" Target="../media/image-2-78.svg"/><Relationship Id="rId79" Type="http://schemas.openxmlformats.org/officeDocument/2006/relationships/image" Target="../media/image-2-79.png"/><Relationship Id="rId80" Type="http://schemas.openxmlformats.org/officeDocument/2006/relationships/image" Target="../media/image-2-80.svg"/><Relationship Id="rId81" Type="http://schemas.openxmlformats.org/officeDocument/2006/relationships/image" Target="../media/image-2-81.png"/><Relationship Id="rId82" Type="http://schemas.openxmlformats.org/officeDocument/2006/relationships/image" Target="../media/image-2-82.svg"/><Relationship Id="rId83" Type="http://schemas.openxmlformats.org/officeDocument/2006/relationships/image" Target="../media/image-2-83.png"/><Relationship Id="rId84" Type="http://schemas.openxmlformats.org/officeDocument/2006/relationships/image" Target="../media/image-2-84.svg"/><Relationship Id="rId85" Type="http://schemas.openxmlformats.org/officeDocument/2006/relationships/image" Target="../media/image-2-85.png"/><Relationship Id="rId86" Type="http://schemas.openxmlformats.org/officeDocument/2006/relationships/image" Target="../media/image-2-86.svg"/><Relationship Id="rId87" Type="http://schemas.openxmlformats.org/officeDocument/2006/relationships/image" Target="../media/image-2-87.png"/><Relationship Id="rId88" Type="http://schemas.openxmlformats.org/officeDocument/2006/relationships/image" Target="../media/image-2-88.svg"/><Relationship Id="rId89" Type="http://schemas.openxmlformats.org/officeDocument/2006/relationships/image" Target="../media/image-2-89.png"/><Relationship Id="rId90" Type="http://schemas.openxmlformats.org/officeDocument/2006/relationships/image" Target="../media/image-2-90.svg"/><Relationship Id="rId91" Type="http://schemas.openxmlformats.org/officeDocument/2006/relationships/image" Target="../media/image-2-91.png"/><Relationship Id="rId92" Type="http://schemas.openxmlformats.org/officeDocument/2006/relationships/image" Target="../media/image-2-92.svg"/><Relationship Id="rId93" Type="http://schemas.openxmlformats.org/officeDocument/2006/relationships/image" Target="../media/image-2-93.png"/><Relationship Id="rId94" Type="http://schemas.openxmlformats.org/officeDocument/2006/relationships/image" Target="../media/image-2-94.svg"/><Relationship Id="rId95" Type="http://schemas.openxmlformats.org/officeDocument/2006/relationships/image" Target="../media/image-2-95.png"/><Relationship Id="rId96" Type="http://schemas.openxmlformats.org/officeDocument/2006/relationships/image" Target="../media/image-2-96.svg"/><Relationship Id="rId97" Type="http://schemas.openxmlformats.org/officeDocument/2006/relationships/image" Target="../media/image-2-97.png"/><Relationship Id="rId98" Type="http://schemas.openxmlformats.org/officeDocument/2006/relationships/image" Target="../media/image-2-98.svg"/><Relationship Id="rId99" Type="http://schemas.openxmlformats.org/officeDocument/2006/relationships/image" Target="../media/image-2-99.png"/><Relationship Id="rId100" Type="http://schemas.openxmlformats.org/officeDocument/2006/relationships/image" Target="../media/image-2-100.svg"/><Relationship Id="rId101" Type="http://schemas.openxmlformats.org/officeDocument/2006/relationships/slideLayout" Target="../slideLayouts/slideLayout1.xml"/><Relationship Id="rId10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47913" y="13468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47913" y="14382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47913" y="15297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7913" y="16211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47913" y="17125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39353" y="13468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39353" y="14382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39353" y="15297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39353" y="16211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39353" y="17125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30793" y="13468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30793" y="14382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0793" y="15297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30793" y="16211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30793" y="17125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22233" y="13468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2233" y="14382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2233" y="15297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22233" y="16211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2233" y="17125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13672" y="13468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13672" y="14382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13672" y="15297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13672" y="16211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13672" y="17125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62738" y="13468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62738" y="14382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62738" y="15297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62738" y="16211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62738" y="17125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54178" y="13468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54178" y="14382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54178" y="15297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54178" y="16211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54178" y="17125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5618" y="13468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5618" y="14382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45618" y="15297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5618" y="16211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5618" y="17125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37058" y="13468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37058" y="14382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37058" y="15297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37058" y="16211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37058" y="17125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28498" y="13468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28498" y="14382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28498" y="15297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28498" y="16211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28498" y="17125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977563" y="13468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977563" y="14382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977563" y="15297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977563" y="16211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977563" y="17125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069002" y="13468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069002" y="14382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069002" y="15297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069002" y="16211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069002" y="17125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160443" y="13468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160443" y="14382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160443" y="15297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160443" y="16211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160443" y="17125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251883" y="13468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251883" y="14382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251883" y="15297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251883" y="16211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251883" y="17125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343323" y="13468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343323" y="14382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343323" y="15297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343323" y="16211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343323" y="17125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614854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614854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614854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614854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614854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706294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706294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06294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706294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706294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797734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797734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797734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797734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797734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889174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889174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889174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889174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889174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980614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980614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980614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980614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980614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4715392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4715392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4715392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4715392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4715392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4806832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4806832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4806832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4806832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4806832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4898272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4898272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4898272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4898272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4898272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4989712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4989712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4989712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4989712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4989712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5081152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5081152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5081152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5081152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5081152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196862" y="340338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196862" y="343005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196862" y="345672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196862" y="348339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196862" y="351006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303542" y="340338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303542" y="343005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303542" y="345672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303542" y="348339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303542" y="351006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410222" y="340338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410222" y="343005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410222" y="345672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410222" y="348339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410222" y="351006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516902" y="340338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516902" y="343005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516902" y="345672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516902" y="348339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516902" y="351006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623582" y="340338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623582" y="343005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623582" y="345672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4623582" y="348339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4623582" y="351006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855069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855069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855069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855069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855069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946509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946509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946509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946509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946509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037949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037949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037949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037949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037949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129389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129389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129389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129389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129389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220829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220829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220829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7220829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7220829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165123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165123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165123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165123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165123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256563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256563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8256563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256563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8256563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8348003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8348003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8348003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8348003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348003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8439443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8439443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8439443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8439443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8439443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8530883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8530883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8530883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8530883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530883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0785231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0785231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0785231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0785231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785231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876671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876671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876671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876671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876671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968111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968111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968111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968111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968111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1059551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1059551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1059551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1059551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1059551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1150991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1150991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1150991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1150991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1150991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2057185" y="340338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2057185" y="343005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2057185" y="345672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2057185" y="348339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2057185" y="351006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2163865" y="340338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2163865" y="343005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2163865" y="345672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2163865" y="348339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2163865" y="351006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2270545" y="340338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2270545" y="343005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2270545" y="345672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2270545" y="348339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2270545" y="351006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12377225" y="340338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2377225" y="343005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2377225" y="345672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2377225" y="348339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2377225" y="351006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2483905" y="340338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12483905" y="343005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12483905" y="345672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12483905" y="348339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2483905" y="3510068"/>
            <a:ext cx="106680" cy="2667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13405338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13405338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13405338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13405338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13405338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13496778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3496778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13496778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13496778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13496778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3588218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3588218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13588218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3588218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3588218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3679658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3679658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3679658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3679658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13679658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13771098" y="290808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13771098" y="299952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3771098" y="309096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13771098" y="318240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13771098" y="3273848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2007870" y="40036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2007870" y="40951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2007870" y="41865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2007870" y="42779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2007870" y="43694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2099310" y="40036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2099310" y="40951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2099310" y="41865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2099310" y="42779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2099310" y="43694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2190750" y="40036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2190750" y="40951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2190750" y="41865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2190750" y="42779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2190750" y="43694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2282190" y="40036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2282190" y="40951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2282190" y="41865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2282190" y="42779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2282190" y="43694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2373630" y="40036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2373630" y="40951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2373630" y="41865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2373630" y="42779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2373630" y="43694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3710940" y="40036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3710940" y="40951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3710940" y="41865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3710940" y="42779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3710940" y="43694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3802380" y="40036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3802380" y="40951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3802380" y="41865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3802380" y="42779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3802380" y="43694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3893820" y="40036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3893820" y="40951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3893820" y="41865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3893820" y="42779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3893820" y="43694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3985260" y="40036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3985260" y="40951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3985260" y="41865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3985260" y="42779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3985260" y="43694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4076700" y="40036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4076700" y="40951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4076700" y="41865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4076700" y="42779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4076700" y="43694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5414010" y="40036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5414010" y="40951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5414010" y="41865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5414010" y="42779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5414010" y="43694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5505450" y="40036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5505450" y="40951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5505450" y="41865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5505450" y="42779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5505450" y="43694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5596890" y="40036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5596890" y="40951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5596890" y="41865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5596890" y="42779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5596890" y="43694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5688330" y="40036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5688330" y="40951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5688330" y="41865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5688330" y="42779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5688330" y="43694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5779770" y="40036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5779770" y="40951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5779770" y="41865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5779770" y="42779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5779770" y="43694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10523220" y="40036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10523220" y="40951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10523220" y="41865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10523220" y="42779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10523220" y="43694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10614660" y="40036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10614660" y="40951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10614660" y="41865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10614660" y="42779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10614660" y="43694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10706100" y="40036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10706100" y="40951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10706100" y="41865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10706100" y="42779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10706100" y="43694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10797540" y="40036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10797540" y="40951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10797540" y="41865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10797540" y="42779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10797540" y="43694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10888980" y="40036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10888980" y="40951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10888980" y="41865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10888980" y="42779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10888980" y="43694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3322500" y="5437293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3322500" y="5504001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3322500" y="5570709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3322500" y="5637417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3322500" y="5704125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3389208" y="5437293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3389208" y="5504001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3389208" y="5570709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3389208" y="5637417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3389208" y="5704125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3455916" y="5437293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3455916" y="5504001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3455916" y="5570709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3455916" y="5637417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3455916" y="5704125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3522624" y="5437293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3522624" y="5504001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3522624" y="5570709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3522624" y="5637417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3522624" y="5704125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3589332" y="5437293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3589332" y="5504001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3589332" y="5570709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3589332" y="5637417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3589332" y="5704125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6102240" y="5437293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6102240" y="5504001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6102240" y="5570709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6102240" y="5637417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6102240" y="5704125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6168948" y="5437293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6168948" y="5504001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6168948" y="5570709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6168948" y="5637417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6168948" y="5704125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6235656" y="5437293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6235656" y="5504001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6235656" y="5570709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6235656" y="5637417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6235656" y="5704125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6302364" y="5437293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6302364" y="5504001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6302364" y="5570709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6302364" y="5637417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6302364" y="5704125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6369072" y="5437293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6369072" y="5504001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6369072" y="5570709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6369072" y="5637417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6369072" y="5704125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8881980" y="5437293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8881980" y="5504001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8881980" y="5570709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8881980" y="5637417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8881980" y="5704125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8948688" y="5437293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8948688" y="5504001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8948688" y="5570709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>
            <a:off x="8948688" y="5637417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8948688" y="5704125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9015396" y="5437293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9015396" y="5504001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9015396" y="5570709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9015396" y="5637417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9015396" y="5704125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9082104" y="5437293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9082104" y="5504001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9082104" y="5570709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9082104" y="5637417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9082104" y="5704125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9148812" y="5437293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9148812" y="5504001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9148812" y="5570709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9148812" y="5637417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9148812" y="5704125"/>
            <a:ext cx="66708" cy="6670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4679840" y="6666183"/>
            <a:ext cx="82594" cy="8259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4679840" y="6748777"/>
            <a:ext cx="82594" cy="8259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4679840" y="6831371"/>
            <a:ext cx="82594" cy="8259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4679840" y="6913965"/>
            <a:ext cx="82594" cy="8259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4679840" y="6996559"/>
            <a:ext cx="82594" cy="8259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4762434" y="6666183"/>
            <a:ext cx="82594" cy="8259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4762434" y="6748777"/>
            <a:ext cx="82594" cy="8259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4762434" y="6831371"/>
            <a:ext cx="82594" cy="8259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4762434" y="6913965"/>
            <a:ext cx="82594" cy="8259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4762434" y="6996559"/>
            <a:ext cx="82594" cy="8259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4845028" y="6666183"/>
            <a:ext cx="82594" cy="8259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4845028" y="6748777"/>
            <a:ext cx="82594" cy="8259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4845028" y="6831371"/>
            <a:ext cx="82594" cy="8259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4845028" y="6913965"/>
            <a:ext cx="82594" cy="8259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4845028" y="6996559"/>
            <a:ext cx="82594" cy="8259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4927622" y="6666183"/>
            <a:ext cx="82594" cy="8259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4927622" y="6748777"/>
            <a:ext cx="82594" cy="8259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4927622" y="6831371"/>
            <a:ext cx="82594" cy="8259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4927622" y="6913965"/>
            <a:ext cx="82594" cy="8259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4927622" y="6996559"/>
            <a:ext cx="82594" cy="8259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5010216" y="6666183"/>
            <a:ext cx="82594" cy="8259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5010216" y="6748777"/>
            <a:ext cx="82594" cy="8259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5010216" y="6831371"/>
            <a:ext cx="82594" cy="8259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5010216" y="6913965"/>
            <a:ext cx="82594" cy="8259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5010216" y="6996559"/>
            <a:ext cx="82594" cy="8259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1259205" y="807008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1259205" y="816152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1259205" y="825296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1259205" y="834440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1259205" y="843584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1350645" y="807008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1350645" y="816152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1350645" y="825296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1350645" y="834440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1350645" y="843584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1442085" y="807008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>
            <a:off x="1442085" y="816152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1442085" y="825296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1442085" y="834440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1442085" y="843584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1533525" y="807008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1533525" y="816152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1533525" y="825296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1533525" y="834440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1533525" y="843584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1624965" y="807008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1624965" y="816152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1624965" y="825296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>
            <a:off x="1624965" y="834440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1624965" y="843584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5191125" y="102645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5191125" y="103559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>
            <a:off x="5191125" y="104474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>
            <a:off x="5191125" y="105388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5191125" y="106303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5282565" y="102645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5282565" y="103559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>
            <a:off x="5282565" y="104474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5282565" y="105388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5282565" y="106303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5374005" y="102645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5374005" y="103559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5374005" y="104474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>
            <a:off x="5374005" y="105388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5374005" y="106303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>
            <a:off x="5465445" y="102645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5465445" y="103559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>
            <a:off x="5465445" y="104474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>
            <a:off x="5465445" y="105388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>
            <a:off x="5465445" y="106303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5556885" y="1026455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5556885" y="1035599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>
            <a:off x="5556885" y="1044743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>
            <a:off x="5556885" y="1053887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5556885" y="10630315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>
            <a:off x="12449175" y="780005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12449175" y="789149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>
            <a:off x="12449175" y="798293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12449175" y="807437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12449175" y="816581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12540615" y="780005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>
            <a:off x="12540615" y="789149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>
            <a:off x="12540615" y="798293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>
            <a:off x="12540615" y="807437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12540615" y="816581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12632055" y="780005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12632055" y="789149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>
            <a:off x="12632055" y="798293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>
            <a:off x="12632055" y="807437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12632055" y="816581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12723495" y="780005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12723495" y="789149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>
            <a:off x="12723495" y="798293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>
            <a:off x="12723495" y="807437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>
            <a:off x="12723495" y="816581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12814935" y="780005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12814935" y="789149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12814935" y="798293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>
            <a:off x="12814935" y="807437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>
            <a:off x="12814935" y="816581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52" name="Shape 550"/>
          <p:cNvSpPr/>
          <p:nvPr/>
        </p:nvSpPr>
        <p:spPr>
          <a:xfrm>
            <a:off x="13515975" y="780005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13515975" y="789149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>
            <a:off x="13515975" y="798293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>
            <a:off x="13515975" y="807437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>
            <a:off x="13515975" y="816581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>
            <a:off x="13607415" y="780005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58" name="Shape 556"/>
          <p:cNvSpPr/>
          <p:nvPr/>
        </p:nvSpPr>
        <p:spPr>
          <a:xfrm>
            <a:off x="13607415" y="789149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>
            <a:off x="13607415" y="798293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>
            <a:off x="13607415" y="807437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>
            <a:off x="13607415" y="816581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62" name="Shape 560"/>
          <p:cNvSpPr/>
          <p:nvPr/>
        </p:nvSpPr>
        <p:spPr>
          <a:xfrm>
            <a:off x="13698855" y="780005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63" name="Shape 561"/>
          <p:cNvSpPr/>
          <p:nvPr/>
        </p:nvSpPr>
        <p:spPr>
          <a:xfrm>
            <a:off x="13698855" y="789149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64" name="Shape 562"/>
          <p:cNvSpPr/>
          <p:nvPr/>
        </p:nvSpPr>
        <p:spPr>
          <a:xfrm>
            <a:off x="13698855" y="798293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>
            <a:off x="13698855" y="807437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>
            <a:off x="13698855" y="816581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>
            <a:off x="13790295" y="780005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68" name="Shape 566"/>
          <p:cNvSpPr/>
          <p:nvPr/>
        </p:nvSpPr>
        <p:spPr>
          <a:xfrm>
            <a:off x="13790295" y="789149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69" name="Shape 567"/>
          <p:cNvSpPr/>
          <p:nvPr/>
        </p:nvSpPr>
        <p:spPr>
          <a:xfrm>
            <a:off x="13790295" y="798293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>
            <a:off x="13790295" y="807437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>
            <a:off x="13790295" y="816581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>
            <a:off x="13881735" y="780005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>
            <a:off x="13881735" y="789149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74" name="Shape 572"/>
          <p:cNvSpPr/>
          <p:nvPr/>
        </p:nvSpPr>
        <p:spPr>
          <a:xfrm>
            <a:off x="13881735" y="798293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75" name="Shape 573"/>
          <p:cNvSpPr/>
          <p:nvPr/>
        </p:nvSpPr>
        <p:spPr>
          <a:xfrm>
            <a:off x="13881735" y="807437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76" name="Shape 574"/>
          <p:cNvSpPr/>
          <p:nvPr/>
        </p:nvSpPr>
        <p:spPr>
          <a:xfrm>
            <a:off x="13881735" y="8165813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>
            <a:off x="12182475" y="1008671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>
            <a:off x="12182475" y="1017815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79" name="Shape 577"/>
          <p:cNvSpPr/>
          <p:nvPr/>
        </p:nvSpPr>
        <p:spPr>
          <a:xfrm>
            <a:off x="12182475" y="1026959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80" name="Shape 578"/>
          <p:cNvSpPr/>
          <p:nvPr/>
        </p:nvSpPr>
        <p:spPr>
          <a:xfrm>
            <a:off x="12182475" y="1036103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81" name="Shape 579"/>
          <p:cNvSpPr/>
          <p:nvPr/>
        </p:nvSpPr>
        <p:spPr>
          <a:xfrm>
            <a:off x="12182475" y="1045247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82" name="Shape 580"/>
          <p:cNvSpPr/>
          <p:nvPr/>
        </p:nvSpPr>
        <p:spPr>
          <a:xfrm>
            <a:off x="12273915" y="1008671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>
            <a:off x="12273915" y="1017815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>
            <a:off x="12273915" y="1026959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>
            <a:off x="12273915" y="1036103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86" name="Shape 584"/>
          <p:cNvSpPr/>
          <p:nvPr/>
        </p:nvSpPr>
        <p:spPr>
          <a:xfrm>
            <a:off x="12273915" y="1045247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87" name="Shape 585"/>
          <p:cNvSpPr/>
          <p:nvPr/>
        </p:nvSpPr>
        <p:spPr>
          <a:xfrm>
            <a:off x="12365355" y="1008671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88" name="Shape 586"/>
          <p:cNvSpPr/>
          <p:nvPr/>
        </p:nvSpPr>
        <p:spPr>
          <a:xfrm>
            <a:off x="12365355" y="1017815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89" name="Shape 587"/>
          <p:cNvSpPr/>
          <p:nvPr/>
        </p:nvSpPr>
        <p:spPr>
          <a:xfrm>
            <a:off x="12365355" y="1026959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90" name="Shape 588"/>
          <p:cNvSpPr/>
          <p:nvPr/>
        </p:nvSpPr>
        <p:spPr>
          <a:xfrm>
            <a:off x="12365355" y="1036103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91" name="Shape 589"/>
          <p:cNvSpPr/>
          <p:nvPr/>
        </p:nvSpPr>
        <p:spPr>
          <a:xfrm>
            <a:off x="12365355" y="1045247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92" name="Shape 590"/>
          <p:cNvSpPr/>
          <p:nvPr/>
        </p:nvSpPr>
        <p:spPr>
          <a:xfrm>
            <a:off x="12456795" y="1008671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93" name="Shape 591"/>
          <p:cNvSpPr/>
          <p:nvPr/>
        </p:nvSpPr>
        <p:spPr>
          <a:xfrm>
            <a:off x="12456795" y="1017815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94" name="Shape 592"/>
          <p:cNvSpPr/>
          <p:nvPr/>
        </p:nvSpPr>
        <p:spPr>
          <a:xfrm>
            <a:off x="12456795" y="1026959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>
            <a:off x="12456795" y="1036103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>
            <a:off x="12456795" y="1045247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>
            <a:off x="12548235" y="1008671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98" name="Shape 596"/>
          <p:cNvSpPr/>
          <p:nvPr/>
        </p:nvSpPr>
        <p:spPr>
          <a:xfrm>
            <a:off x="12548235" y="1017815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99" name="Shape 597"/>
          <p:cNvSpPr/>
          <p:nvPr/>
        </p:nvSpPr>
        <p:spPr>
          <a:xfrm>
            <a:off x="12548235" y="1026959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00" name="Shape 598"/>
          <p:cNvSpPr/>
          <p:nvPr/>
        </p:nvSpPr>
        <p:spPr>
          <a:xfrm>
            <a:off x="12548235" y="1036103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01" name="Shape 599"/>
          <p:cNvSpPr/>
          <p:nvPr/>
        </p:nvSpPr>
        <p:spPr>
          <a:xfrm>
            <a:off x="12548235" y="10452472"/>
            <a:ext cx="91440" cy="9144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02" name="Shape 600"/>
          <p:cNvSpPr/>
          <p:nvPr/>
        </p:nvSpPr>
        <p:spPr>
          <a:xfrm>
            <a:off x="304800" y="304800"/>
            <a:ext cx="17487900" cy="115824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7008A"/>
            </a:solidFill>
            <a:prstDash val="solid"/>
          </a:ln>
        </p:spPr>
      </p:sp>
      <p:sp>
        <p:nvSpPr>
          <p:cNvPr id="603" name="Shape 601"/>
          <p:cNvSpPr/>
          <p:nvPr/>
        </p:nvSpPr>
        <p:spPr>
          <a:xfrm>
            <a:off x="419100" y="723900"/>
            <a:ext cx="17259300" cy="110490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04" name="Shape 602"/>
          <p:cNvSpPr/>
          <p:nvPr/>
        </p:nvSpPr>
        <p:spPr>
          <a:xfrm>
            <a:off x="533400" y="1143000"/>
            <a:ext cx="17030700" cy="1036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7B8"/>
            </a:solidFill>
            <a:prstDash val="dash"/>
          </a:ln>
        </p:spPr>
      </p:sp>
      <p:sp>
        <p:nvSpPr>
          <p:cNvPr id="605" name="Shape 603"/>
          <p:cNvSpPr/>
          <p:nvPr/>
        </p:nvSpPr>
        <p:spPr>
          <a:xfrm>
            <a:off x="533400" y="2331720"/>
            <a:ext cx="17030700" cy="932688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A1C9"/>
            </a:solidFill>
            <a:prstDash val="dash"/>
          </a:ln>
        </p:spPr>
      </p:sp>
      <p:sp>
        <p:nvSpPr>
          <p:cNvPr id="606" name="Shape 604"/>
          <p:cNvSpPr/>
          <p:nvPr/>
        </p:nvSpPr>
        <p:spPr>
          <a:xfrm>
            <a:off x="647700" y="2750820"/>
            <a:ext cx="16802100" cy="94318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7B8"/>
            </a:solidFill>
            <a:prstDash val="dash"/>
          </a:ln>
        </p:spPr>
      </p:sp>
      <p:sp>
        <p:nvSpPr>
          <p:cNvPr id="607" name="Shape 605"/>
          <p:cNvSpPr/>
          <p:nvPr/>
        </p:nvSpPr>
        <p:spPr>
          <a:xfrm>
            <a:off x="647700" y="3846407"/>
            <a:ext cx="16802100" cy="94318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7B8"/>
            </a:solidFill>
            <a:prstDash val="dash"/>
          </a:ln>
        </p:spPr>
      </p:sp>
      <p:sp>
        <p:nvSpPr>
          <p:cNvPr id="608" name="Shape 606"/>
          <p:cNvSpPr/>
          <p:nvPr/>
        </p:nvSpPr>
        <p:spPr>
          <a:xfrm>
            <a:off x="647700" y="4941993"/>
            <a:ext cx="16802100" cy="6602307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8C4FFF"/>
            </a:solidFill>
            <a:prstDash val="solid"/>
          </a:ln>
        </p:spPr>
      </p:sp>
      <p:sp>
        <p:nvSpPr>
          <p:cNvPr id="609" name="Shape 607"/>
          <p:cNvSpPr/>
          <p:nvPr/>
        </p:nvSpPr>
        <p:spPr>
          <a:xfrm>
            <a:off x="762000" y="5361093"/>
            <a:ext cx="16573500" cy="6573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7B8"/>
            </a:solidFill>
            <a:prstDash val="dash"/>
          </a:ln>
        </p:spPr>
      </p:sp>
      <p:sp>
        <p:nvSpPr>
          <p:cNvPr id="610" name="Shape 608"/>
          <p:cNvSpPr/>
          <p:nvPr/>
        </p:nvSpPr>
        <p:spPr>
          <a:xfrm>
            <a:off x="762000" y="6170883"/>
            <a:ext cx="8248650" cy="5259117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A1C9"/>
            </a:solidFill>
            <a:prstDash val="dash"/>
          </a:ln>
        </p:spPr>
      </p:sp>
      <p:sp>
        <p:nvSpPr>
          <p:cNvPr id="611" name="Shape 609"/>
          <p:cNvSpPr/>
          <p:nvPr/>
        </p:nvSpPr>
        <p:spPr>
          <a:xfrm>
            <a:off x="876300" y="6589983"/>
            <a:ext cx="8020050" cy="73682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3F8624"/>
            </a:solidFill>
            <a:prstDash val="solid"/>
          </a:ln>
        </p:spPr>
      </p:sp>
      <p:sp>
        <p:nvSpPr>
          <p:cNvPr id="612" name="Shape 610"/>
          <p:cNvSpPr/>
          <p:nvPr/>
        </p:nvSpPr>
        <p:spPr>
          <a:xfrm>
            <a:off x="876300" y="7479202"/>
            <a:ext cx="8020050" cy="2210459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A1C9"/>
            </a:solidFill>
            <a:prstDash val="solid"/>
          </a:ln>
        </p:spPr>
      </p:sp>
      <p:sp>
        <p:nvSpPr>
          <p:cNvPr id="613" name="Shape 611"/>
          <p:cNvSpPr/>
          <p:nvPr/>
        </p:nvSpPr>
        <p:spPr>
          <a:xfrm>
            <a:off x="990600" y="7898302"/>
            <a:ext cx="1527810" cy="1677059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7601B"/>
            </a:solidFill>
            <a:prstDash val="dash"/>
          </a:ln>
        </p:spPr>
      </p:sp>
      <p:sp>
        <p:nvSpPr>
          <p:cNvPr id="614" name="Shape 612"/>
          <p:cNvSpPr/>
          <p:nvPr/>
        </p:nvSpPr>
        <p:spPr>
          <a:xfrm>
            <a:off x="876300" y="9842061"/>
            <a:ext cx="8020050" cy="1473639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A1C9"/>
            </a:solidFill>
            <a:prstDash val="solid"/>
          </a:ln>
        </p:spPr>
      </p:sp>
      <p:sp>
        <p:nvSpPr>
          <p:cNvPr id="615" name="Shape 613"/>
          <p:cNvSpPr/>
          <p:nvPr/>
        </p:nvSpPr>
        <p:spPr>
          <a:xfrm>
            <a:off x="9086850" y="6170883"/>
            <a:ext cx="8248650" cy="5259117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A1C9"/>
            </a:solidFill>
            <a:prstDash val="dash"/>
          </a:ln>
        </p:spPr>
      </p:sp>
      <p:sp>
        <p:nvSpPr>
          <p:cNvPr id="616" name="Shape 614"/>
          <p:cNvSpPr/>
          <p:nvPr/>
        </p:nvSpPr>
        <p:spPr>
          <a:xfrm>
            <a:off x="9201150" y="6589983"/>
            <a:ext cx="8020050" cy="274399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A1C9"/>
            </a:solidFill>
            <a:prstDash val="solid"/>
          </a:ln>
        </p:spPr>
      </p:sp>
      <p:sp>
        <p:nvSpPr>
          <p:cNvPr id="617" name="Shape 615"/>
          <p:cNvSpPr/>
          <p:nvPr/>
        </p:nvSpPr>
        <p:spPr>
          <a:xfrm>
            <a:off x="9315450" y="7009083"/>
            <a:ext cx="1919288" cy="221059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7601B"/>
            </a:solidFill>
            <a:prstDash val="dash"/>
          </a:ln>
        </p:spPr>
      </p:sp>
      <p:sp>
        <p:nvSpPr>
          <p:cNvPr id="618" name="Shape 616"/>
          <p:cNvSpPr/>
          <p:nvPr/>
        </p:nvSpPr>
        <p:spPr>
          <a:xfrm>
            <a:off x="9201150" y="9486373"/>
            <a:ext cx="8020050" cy="1829327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A1C9"/>
            </a:solidFill>
            <a:prstDash val="solid"/>
          </a:ln>
        </p:spPr>
      </p:sp>
      <p:sp>
        <p:nvSpPr>
          <p:cNvPr id="619" name="Shape 617"/>
          <p:cNvSpPr/>
          <p:nvPr/>
        </p:nvSpPr>
        <p:spPr>
          <a:xfrm>
            <a:off x="7167563" y="1219200"/>
            <a:ext cx="3762375" cy="447675"/>
          </a:xfrm>
          <a:custGeom>
            <a:avLst/>
            <a:gdLst/>
            <a:ahLst/>
            <a:cxnLst/>
            <a:rect l="l" t="t" r="r" b="b"/>
            <a:pathLst>
              <a:path w="3762375" h="447675">
                <a:moveTo>
                  <a:pt x="0" y="356235"/>
                </a:moveTo>
                <a:lnTo>
                  <a:pt x="190500" y="356235"/>
                </a:lnTo>
                <a:lnTo>
                  <a:pt x="190500" y="0"/>
                </a:lnTo>
                <a:lnTo>
                  <a:pt x="3571875" y="0"/>
                </a:lnTo>
                <a:lnTo>
                  <a:pt x="3571875" y="447675"/>
                </a:lnTo>
                <a:lnTo>
                  <a:pt x="3762375" y="447675"/>
                </a:lnTo>
              </a:path>
            </a:pathLst>
          </a:custGeom>
          <a:noFill/>
          <a:ln w="12700">
            <a:solidFill>
              <a:srgbClr val="1E1E1E"/>
            </a:solidFill>
            <a:prstDash val="solid"/>
            <a:tailEnd type="stealth"/>
          </a:ln>
        </p:spPr>
      </p:sp>
      <p:sp>
        <p:nvSpPr>
          <p:cNvPr id="620" name="Shape 618"/>
          <p:cNvSpPr/>
          <p:nvPr/>
        </p:nvSpPr>
        <p:spPr>
          <a:xfrm>
            <a:off x="2852738" y="1219200"/>
            <a:ext cx="3762375" cy="356235"/>
          </a:xfrm>
          <a:custGeom>
            <a:avLst/>
            <a:gdLst/>
            <a:ahLst/>
            <a:cxnLst/>
            <a:rect l="l" t="t" r="r" b="b"/>
            <a:pathLst>
              <a:path w="3762375" h="356235">
                <a:moveTo>
                  <a:pt x="0" y="356235"/>
                </a:moveTo>
                <a:lnTo>
                  <a:pt x="190500" y="356235"/>
                </a:lnTo>
                <a:lnTo>
                  <a:pt x="190500" y="0"/>
                </a:lnTo>
                <a:lnTo>
                  <a:pt x="3571875" y="0"/>
                </a:lnTo>
                <a:lnTo>
                  <a:pt x="3571875" y="356235"/>
                </a:lnTo>
                <a:lnTo>
                  <a:pt x="3762375" y="356235"/>
                </a:lnTo>
              </a:path>
            </a:pathLst>
          </a:custGeom>
          <a:noFill/>
          <a:ln w="12700">
            <a:solidFill>
              <a:srgbClr val="1E1E1E"/>
            </a:solidFill>
            <a:prstDash val="solid"/>
            <a:tailEnd type="stealth"/>
          </a:ln>
        </p:spPr>
      </p:sp>
      <p:sp>
        <p:nvSpPr>
          <p:cNvPr id="621" name="Shape 619"/>
          <p:cNvSpPr/>
          <p:nvPr/>
        </p:nvSpPr>
        <p:spPr>
          <a:xfrm>
            <a:off x="1764030" y="5670771"/>
            <a:ext cx="4290585" cy="2536471"/>
          </a:xfrm>
          <a:custGeom>
            <a:avLst/>
            <a:gdLst/>
            <a:ahLst/>
            <a:cxnLst/>
            <a:rect l="l" t="t" r="r" b="b"/>
            <a:pathLst>
              <a:path w="4290585" h="2536471">
                <a:moveTo>
                  <a:pt x="4290585" y="0"/>
                </a:moveTo>
                <a:lnTo>
                  <a:pt x="4100085" y="0"/>
                </a:lnTo>
                <a:lnTo>
                  <a:pt x="4100085" y="2536471"/>
                </a:lnTo>
                <a:lnTo>
                  <a:pt x="0" y="2536471"/>
                </a:lnTo>
              </a:path>
            </a:pathLst>
          </a:custGeom>
          <a:noFill/>
          <a:ln w="12700">
            <a:solidFill>
              <a:srgbClr val="1E1E1E"/>
            </a:solidFill>
            <a:prstDash val="solid"/>
            <a:tailEnd type="stealth"/>
          </a:ln>
        </p:spPr>
      </p:sp>
      <p:sp>
        <p:nvSpPr>
          <p:cNvPr id="622" name="Shape 620"/>
          <p:cNvSpPr/>
          <p:nvPr/>
        </p:nvSpPr>
        <p:spPr>
          <a:xfrm>
            <a:off x="6483405" y="5737479"/>
            <a:ext cx="5918145" cy="2199734"/>
          </a:xfrm>
          <a:custGeom>
            <a:avLst/>
            <a:gdLst/>
            <a:ahLst/>
            <a:cxnLst/>
            <a:rect l="l" t="t" r="r" b="b"/>
            <a:pathLst>
              <a:path w="5918145" h="2199734">
                <a:moveTo>
                  <a:pt x="0" y="0"/>
                </a:moveTo>
                <a:lnTo>
                  <a:pt x="190500" y="0"/>
                </a:lnTo>
                <a:lnTo>
                  <a:pt x="190500" y="358521"/>
                </a:lnTo>
                <a:lnTo>
                  <a:pt x="5727645" y="358521"/>
                </a:lnTo>
                <a:lnTo>
                  <a:pt x="5727645" y="2199734"/>
                </a:lnTo>
                <a:lnTo>
                  <a:pt x="5918145" y="2199734"/>
                </a:lnTo>
              </a:path>
            </a:pathLst>
          </a:custGeom>
          <a:noFill/>
          <a:ln w="12700">
            <a:solidFill>
              <a:srgbClr val="1E1E1E"/>
            </a:solidFill>
            <a:prstDash val="solid"/>
            <a:tailEnd type="stealth"/>
          </a:ln>
        </p:spPr>
      </p:sp>
      <p:sp>
        <p:nvSpPr>
          <p:cNvPr id="623" name="Shape 621"/>
          <p:cNvSpPr/>
          <p:nvPr/>
        </p:nvSpPr>
        <p:spPr>
          <a:xfrm>
            <a:off x="2119679" y="2743200"/>
            <a:ext cx="12548088" cy="484928"/>
          </a:xfrm>
          <a:custGeom>
            <a:avLst/>
            <a:gdLst/>
            <a:ahLst/>
            <a:cxnLst/>
            <a:rect l="l" t="t" r="r" b="b"/>
            <a:pathLst>
              <a:path w="12548088" h="484928">
                <a:moveTo>
                  <a:pt x="0" y="484928"/>
                </a:moveTo>
                <a:lnTo>
                  <a:pt x="190500" y="484928"/>
                </a:lnTo>
                <a:lnTo>
                  <a:pt x="190500" y="0"/>
                </a:lnTo>
                <a:lnTo>
                  <a:pt x="12357588" y="0"/>
                </a:lnTo>
                <a:lnTo>
                  <a:pt x="12357588" y="393488"/>
                </a:lnTo>
                <a:lnTo>
                  <a:pt x="12548088" y="393488"/>
                </a:lnTo>
              </a:path>
            </a:pathLst>
          </a:custGeom>
          <a:noFill/>
          <a:ln w="12700">
            <a:solidFill>
              <a:srgbClr val="1E1E1E"/>
            </a:solidFill>
            <a:prstDash val="solid"/>
            <a:tailEnd type="stealth"/>
          </a:ln>
        </p:spPr>
      </p:sp>
      <p:sp>
        <p:nvSpPr>
          <p:cNvPr id="624" name="Shape 622"/>
          <p:cNvSpPr/>
          <p:nvPr/>
        </p:nvSpPr>
        <p:spPr>
          <a:xfrm>
            <a:off x="2119679" y="3136688"/>
            <a:ext cx="8617927" cy="520912"/>
          </a:xfrm>
          <a:custGeom>
            <a:avLst/>
            <a:gdLst/>
            <a:ahLst/>
            <a:cxnLst/>
            <a:rect l="l" t="t" r="r" b="b"/>
            <a:pathLst>
              <a:path w="8617927" h="520912">
                <a:moveTo>
                  <a:pt x="0" y="0"/>
                </a:moveTo>
                <a:lnTo>
                  <a:pt x="190500" y="0"/>
                </a:lnTo>
                <a:lnTo>
                  <a:pt x="190500" y="520912"/>
                </a:lnTo>
                <a:lnTo>
                  <a:pt x="8427427" y="520912"/>
                </a:lnTo>
                <a:lnTo>
                  <a:pt x="8427427" y="0"/>
                </a:lnTo>
                <a:lnTo>
                  <a:pt x="8617927" y="0"/>
                </a:lnTo>
              </a:path>
            </a:pathLst>
          </a:custGeom>
          <a:noFill/>
          <a:ln w="12700">
            <a:solidFill>
              <a:srgbClr val="1E1E1E"/>
            </a:solidFill>
            <a:prstDash val="solid"/>
            <a:tailEnd type="stealth"/>
          </a:ln>
        </p:spPr>
      </p:sp>
      <p:sp>
        <p:nvSpPr>
          <p:cNvPr id="625" name="Shape 623"/>
          <p:cNvSpPr/>
          <p:nvPr/>
        </p:nvSpPr>
        <p:spPr>
          <a:xfrm>
            <a:off x="4215765" y="3319568"/>
            <a:ext cx="3901733" cy="729827"/>
          </a:xfrm>
          <a:custGeom>
            <a:avLst/>
            <a:gdLst/>
            <a:ahLst/>
            <a:cxnLst/>
            <a:rect l="l" t="t" r="r" b="b"/>
            <a:pathLst>
              <a:path w="3901733" h="729827">
                <a:moveTo>
                  <a:pt x="3901733" y="0"/>
                </a:moveTo>
                <a:lnTo>
                  <a:pt x="3711233" y="0"/>
                </a:lnTo>
                <a:lnTo>
                  <a:pt x="3711233" y="490432"/>
                </a:lnTo>
                <a:lnTo>
                  <a:pt x="190500" y="490432"/>
                </a:lnTo>
                <a:lnTo>
                  <a:pt x="190500" y="729827"/>
                </a:lnTo>
                <a:lnTo>
                  <a:pt x="0" y="729827"/>
                </a:lnTo>
              </a:path>
            </a:pathLst>
          </a:custGeom>
          <a:noFill/>
          <a:ln w="12700">
            <a:solidFill>
              <a:srgbClr val="1E1E1E"/>
            </a:solidFill>
            <a:prstDash val="solid"/>
            <a:tailEnd type="stealth"/>
          </a:ln>
        </p:spPr>
      </p:sp>
      <p:sp>
        <p:nvSpPr>
          <p:cNvPr id="626" name="Shape 624"/>
          <p:cNvSpPr/>
          <p:nvPr/>
        </p:nvSpPr>
        <p:spPr>
          <a:xfrm>
            <a:off x="3703665" y="5537355"/>
            <a:ext cx="2392335" cy="66708"/>
          </a:xfrm>
          <a:custGeom>
            <a:avLst/>
            <a:gdLst/>
            <a:ahLst/>
            <a:cxnLst/>
            <a:rect l="l" t="t" r="r" b="b"/>
            <a:pathLst>
              <a:path w="2392335" h="66708">
                <a:moveTo>
                  <a:pt x="0" y="0"/>
                </a:moveTo>
                <a:lnTo>
                  <a:pt x="2392335" y="0"/>
                </a:lnTo>
                <a:lnTo>
                  <a:pt x="2392335" y="66708"/>
                </a:lnTo>
                <a:lnTo>
                  <a:pt x="2350950" y="66708"/>
                </a:lnTo>
              </a:path>
            </a:pathLst>
          </a:custGeom>
          <a:noFill/>
          <a:ln w="12700">
            <a:solidFill>
              <a:srgbClr val="1E1E1E"/>
            </a:solidFill>
            <a:prstDash val="solid"/>
            <a:tailEnd type="stealth"/>
          </a:ln>
        </p:spPr>
      </p:sp>
      <p:sp>
        <p:nvSpPr>
          <p:cNvPr id="627" name="Shape 625"/>
          <p:cNvSpPr/>
          <p:nvPr/>
        </p:nvSpPr>
        <p:spPr>
          <a:xfrm>
            <a:off x="1764030" y="5737479"/>
            <a:ext cx="7070325" cy="2561203"/>
          </a:xfrm>
          <a:custGeom>
            <a:avLst/>
            <a:gdLst/>
            <a:ahLst/>
            <a:cxnLst/>
            <a:rect l="l" t="t" r="r" b="b"/>
            <a:pathLst>
              <a:path w="7070325" h="2561203">
                <a:moveTo>
                  <a:pt x="7070325" y="0"/>
                </a:moveTo>
                <a:lnTo>
                  <a:pt x="6879825" y="0"/>
                </a:lnTo>
                <a:lnTo>
                  <a:pt x="6879825" y="2561203"/>
                </a:lnTo>
                <a:lnTo>
                  <a:pt x="0" y="2561203"/>
                </a:lnTo>
              </a:path>
            </a:pathLst>
          </a:custGeom>
          <a:noFill/>
          <a:ln w="12700">
            <a:solidFill>
              <a:srgbClr val="1E1E1E"/>
            </a:solidFill>
            <a:prstDash val="solid"/>
            <a:tailEnd type="stealth"/>
          </a:ln>
        </p:spPr>
      </p:sp>
      <p:sp>
        <p:nvSpPr>
          <p:cNvPr id="628" name="Shape 626"/>
          <p:cNvSpPr/>
          <p:nvPr/>
        </p:nvSpPr>
        <p:spPr>
          <a:xfrm>
            <a:off x="3703665" y="1758315"/>
            <a:ext cx="7226273" cy="3712332"/>
          </a:xfrm>
          <a:custGeom>
            <a:avLst/>
            <a:gdLst/>
            <a:ahLst/>
            <a:cxnLst/>
            <a:rect l="l" t="t" r="r" b="b"/>
            <a:pathLst>
              <a:path w="7226273" h="3712332">
                <a:moveTo>
                  <a:pt x="7226273" y="0"/>
                </a:moveTo>
                <a:lnTo>
                  <a:pt x="7035773" y="0"/>
                </a:lnTo>
                <a:lnTo>
                  <a:pt x="7035773" y="375285"/>
                </a:lnTo>
                <a:lnTo>
                  <a:pt x="190500" y="375285"/>
                </a:lnTo>
                <a:lnTo>
                  <a:pt x="190500" y="3712332"/>
                </a:lnTo>
                <a:lnTo>
                  <a:pt x="0" y="3712332"/>
                </a:lnTo>
              </a:path>
            </a:pathLst>
          </a:custGeom>
          <a:noFill/>
          <a:ln w="12700">
            <a:solidFill>
              <a:srgbClr val="1E1E1E"/>
            </a:solidFill>
            <a:prstDash val="solid"/>
            <a:tailEnd type="stealth"/>
          </a:ln>
        </p:spPr>
      </p:sp>
      <p:sp>
        <p:nvSpPr>
          <p:cNvPr id="629" name="Shape 627"/>
          <p:cNvSpPr/>
          <p:nvPr/>
        </p:nvSpPr>
        <p:spPr>
          <a:xfrm>
            <a:off x="1670685" y="3584363"/>
            <a:ext cx="2672715" cy="4438093"/>
          </a:xfrm>
          <a:custGeom>
            <a:avLst/>
            <a:gdLst/>
            <a:ahLst/>
            <a:cxnLst/>
            <a:rect l="l" t="t" r="r" b="b"/>
            <a:pathLst>
              <a:path w="2672715" h="4438093">
                <a:moveTo>
                  <a:pt x="0" y="4438093"/>
                </a:moveTo>
                <a:lnTo>
                  <a:pt x="0" y="4247593"/>
                </a:lnTo>
                <a:lnTo>
                  <a:pt x="2672715" y="4247593"/>
                </a:lnTo>
                <a:lnTo>
                  <a:pt x="2672715" y="190500"/>
                </a:lnTo>
                <a:lnTo>
                  <a:pt x="2579517" y="190500"/>
                </a:lnTo>
                <a:lnTo>
                  <a:pt x="2579517" y="0"/>
                </a:lnTo>
              </a:path>
            </a:pathLst>
          </a:custGeom>
          <a:noFill/>
          <a:ln w="12700">
            <a:solidFill>
              <a:srgbClr val="1E1E1E"/>
            </a:solidFill>
            <a:prstDash val="solid"/>
            <a:tailEnd type="stealth"/>
          </a:ln>
        </p:spPr>
      </p:sp>
      <p:sp>
        <p:nvSpPr>
          <p:cNvPr id="630" name="Shape 628"/>
          <p:cNvSpPr/>
          <p:nvPr/>
        </p:nvSpPr>
        <p:spPr>
          <a:xfrm>
            <a:off x="1764030" y="8390122"/>
            <a:ext cx="10370820" cy="1742310"/>
          </a:xfrm>
          <a:custGeom>
            <a:avLst/>
            <a:gdLst/>
            <a:ahLst/>
            <a:cxnLst/>
            <a:rect l="l" t="t" r="r" b="b"/>
            <a:pathLst>
              <a:path w="10370820" h="1742310">
                <a:moveTo>
                  <a:pt x="0" y="0"/>
                </a:moveTo>
                <a:lnTo>
                  <a:pt x="1360170" y="0"/>
                </a:lnTo>
                <a:lnTo>
                  <a:pt x="1360170" y="1742310"/>
                </a:lnTo>
                <a:lnTo>
                  <a:pt x="10370820" y="1742310"/>
                </a:lnTo>
              </a:path>
            </a:pathLst>
          </a:custGeom>
          <a:noFill/>
          <a:ln w="12700">
            <a:solidFill>
              <a:srgbClr val="1E1E1E"/>
            </a:solidFill>
            <a:prstDash val="solid"/>
            <a:tailEnd type="stealth"/>
          </a:ln>
        </p:spPr>
      </p:sp>
      <p:sp>
        <p:nvSpPr>
          <p:cNvPr id="631" name="Shape 629"/>
          <p:cNvSpPr/>
          <p:nvPr/>
        </p:nvSpPr>
        <p:spPr>
          <a:xfrm>
            <a:off x="1764030" y="3319568"/>
            <a:ext cx="11593683" cy="4796233"/>
          </a:xfrm>
          <a:custGeom>
            <a:avLst/>
            <a:gdLst/>
            <a:ahLst/>
            <a:cxnLst/>
            <a:rect l="l" t="t" r="r" b="b"/>
            <a:pathLst>
              <a:path w="11593683" h="4796233">
                <a:moveTo>
                  <a:pt x="0" y="4796233"/>
                </a:moveTo>
                <a:lnTo>
                  <a:pt x="11403183" y="4796233"/>
                </a:lnTo>
                <a:lnTo>
                  <a:pt x="11403183" y="0"/>
                </a:lnTo>
                <a:lnTo>
                  <a:pt x="11593683" y="0"/>
                </a:lnTo>
              </a:path>
            </a:pathLst>
          </a:custGeom>
          <a:noFill/>
          <a:ln w="12700">
            <a:solidFill>
              <a:srgbClr val="1E1E1E"/>
            </a:solidFill>
            <a:prstDash val="solid"/>
            <a:tailEnd type="stealth"/>
          </a:ln>
        </p:spPr>
      </p:sp>
      <p:sp>
        <p:nvSpPr>
          <p:cNvPr id="632" name="Shape 630"/>
          <p:cNvSpPr/>
          <p:nvPr/>
        </p:nvSpPr>
        <p:spPr>
          <a:xfrm>
            <a:off x="685800" y="8481562"/>
            <a:ext cx="4457700" cy="1828714"/>
          </a:xfrm>
          <a:custGeom>
            <a:avLst/>
            <a:gdLst/>
            <a:ahLst/>
            <a:cxnLst/>
            <a:rect l="l" t="t" r="r" b="b"/>
            <a:pathLst>
              <a:path w="4457700" h="1828714">
                <a:moveTo>
                  <a:pt x="1078230" y="0"/>
                </a:moveTo>
                <a:lnTo>
                  <a:pt x="0" y="0"/>
                </a:lnTo>
                <a:lnTo>
                  <a:pt x="0" y="1828714"/>
                </a:lnTo>
                <a:lnTo>
                  <a:pt x="4457700" y="1828714"/>
                </a:lnTo>
              </a:path>
            </a:pathLst>
          </a:custGeom>
          <a:noFill/>
          <a:ln w="12700">
            <a:solidFill>
              <a:srgbClr val="1E1E1E"/>
            </a:solidFill>
            <a:prstDash val="solid"/>
            <a:tailEnd type="stealth"/>
          </a:ln>
        </p:spPr>
      </p:sp>
      <p:sp>
        <p:nvSpPr>
          <p:cNvPr id="633" name="Shape 631"/>
          <p:cNvSpPr/>
          <p:nvPr/>
        </p:nvSpPr>
        <p:spPr>
          <a:xfrm>
            <a:off x="1764030" y="7037856"/>
            <a:ext cx="2868185" cy="1260826"/>
          </a:xfrm>
          <a:custGeom>
            <a:avLst/>
            <a:gdLst/>
            <a:ahLst/>
            <a:cxnLst/>
            <a:rect l="l" t="t" r="r" b="b"/>
            <a:pathLst>
              <a:path w="2868185" h="1260826">
                <a:moveTo>
                  <a:pt x="0" y="1260826"/>
                </a:moveTo>
                <a:lnTo>
                  <a:pt x="1436370" y="1260826"/>
                </a:lnTo>
                <a:lnTo>
                  <a:pt x="1436370" y="0"/>
                </a:lnTo>
                <a:lnTo>
                  <a:pt x="2868185" y="0"/>
                </a:lnTo>
              </a:path>
            </a:pathLst>
          </a:custGeom>
          <a:noFill/>
          <a:ln w="12700">
            <a:solidFill>
              <a:srgbClr val="1E1E1E"/>
            </a:solidFill>
            <a:prstDash val="solid"/>
            <a:tailEnd type="stealth"/>
          </a:ln>
        </p:spPr>
      </p:sp>
      <p:sp>
        <p:nvSpPr>
          <p:cNvPr id="634" name="Shape 632"/>
          <p:cNvSpPr/>
          <p:nvPr/>
        </p:nvSpPr>
        <p:spPr>
          <a:xfrm>
            <a:off x="12537245" y="3584363"/>
            <a:ext cx="1024450" cy="4168065"/>
          </a:xfrm>
          <a:custGeom>
            <a:avLst/>
            <a:gdLst/>
            <a:ahLst/>
            <a:cxnLst/>
            <a:rect l="l" t="t" r="r" b="b"/>
            <a:pathLst>
              <a:path w="1024450" h="4168065">
                <a:moveTo>
                  <a:pt x="0" y="0"/>
                </a:moveTo>
                <a:lnTo>
                  <a:pt x="0" y="190500"/>
                </a:lnTo>
                <a:lnTo>
                  <a:pt x="1024450" y="190500"/>
                </a:lnTo>
                <a:lnTo>
                  <a:pt x="1024450" y="4168065"/>
                </a:lnTo>
              </a:path>
            </a:pathLst>
          </a:custGeom>
          <a:noFill/>
          <a:ln w="12700">
            <a:solidFill>
              <a:srgbClr val="1E1E1E"/>
            </a:solidFill>
            <a:prstDash val="solid"/>
            <a:tailEnd type="stealth"/>
          </a:ln>
        </p:spPr>
      </p:sp>
      <p:sp>
        <p:nvSpPr>
          <p:cNvPr id="635" name="Shape 633"/>
          <p:cNvSpPr/>
          <p:nvPr/>
        </p:nvSpPr>
        <p:spPr>
          <a:xfrm>
            <a:off x="12430565" y="3584363"/>
            <a:ext cx="447235" cy="4168065"/>
          </a:xfrm>
          <a:custGeom>
            <a:avLst/>
            <a:gdLst/>
            <a:ahLst/>
            <a:cxnLst/>
            <a:rect l="l" t="t" r="r" b="b"/>
            <a:pathLst>
              <a:path w="447235" h="4168065">
                <a:moveTo>
                  <a:pt x="0" y="0"/>
                </a:moveTo>
                <a:lnTo>
                  <a:pt x="0" y="190500"/>
                </a:lnTo>
                <a:lnTo>
                  <a:pt x="447235" y="190500"/>
                </a:lnTo>
                <a:lnTo>
                  <a:pt x="447235" y="3977565"/>
                </a:lnTo>
                <a:lnTo>
                  <a:pt x="64330" y="3977565"/>
                </a:lnTo>
                <a:lnTo>
                  <a:pt x="64330" y="4168065"/>
                </a:lnTo>
              </a:path>
            </a:pathLst>
          </a:custGeom>
          <a:noFill/>
          <a:ln w="12700">
            <a:solidFill>
              <a:srgbClr val="1E1E1E"/>
            </a:solidFill>
            <a:prstDash val="solid"/>
            <a:tailEnd type="stealth"/>
          </a:ln>
        </p:spPr>
      </p:sp>
      <p:sp>
        <p:nvSpPr>
          <p:cNvPr id="636" name="Shape 634"/>
          <p:cNvSpPr/>
          <p:nvPr/>
        </p:nvSpPr>
        <p:spPr>
          <a:xfrm>
            <a:off x="5918835" y="4415155"/>
            <a:ext cx="6482715" cy="3430618"/>
          </a:xfrm>
          <a:custGeom>
            <a:avLst/>
            <a:gdLst/>
            <a:ahLst/>
            <a:cxnLst/>
            <a:rect l="l" t="t" r="r" b="b"/>
            <a:pathLst>
              <a:path w="6482715" h="3430618">
                <a:moveTo>
                  <a:pt x="6482715" y="3430618"/>
                </a:moveTo>
                <a:lnTo>
                  <a:pt x="6292215" y="3430618"/>
                </a:lnTo>
                <a:lnTo>
                  <a:pt x="6292215" y="385445"/>
                </a:lnTo>
                <a:lnTo>
                  <a:pt x="190500" y="385445"/>
                </a:lnTo>
                <a:lnTo>
                  <a:pt x="1905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1E1E1E"/>
            </a:solidFill>
            <a:prstDash val="solid"/>
            <a:tailEnd type="stealth"/>
          </a:ln>
        </p:spPr>
      </p:sp>
      <p:sp>
        <p:nvSpPr>
          <p:cNvPr id="637" name="Shape 635"/>
          <p:cNvSpPr/>
          <p:nvPr/>
        </p:nvSpPr>
        <p:spPr>
          <a:xfrm>
            <a:off x="2512695" y="2590800"/>
            <a:ext cx="4294749" cy="1458595"/>
          </a:xfrm>
          <a:custGeom>
            <a:avLst/>
            <a:gdLst/>
            <a:ahLst/>
            <a:cxnLst/>
            <a:rect l="l" t="t" r="r" b="b"/>
            <a:pathLst>
              <a:path w="4294749" h="1458595">
                <a:moveTo>
                  <a:pt x="4294749" y="728768"/>
                </a:moveTo>
                <a:lnTo>
                  <a:pt x="4104249" y="728768"/>
                </a:lnTo>
                <a:lnTo>
                  <a:pt x="4104249" y="0"/>
                </a:lnTo>
                <a:lnTo>
                  <a:pt x="190500" y="0"/>
                </a:lnTo>
                <a:lnTo>
                  <a:pt x="190500" y="1458595"/>
                </a:lnTo>
                <a:lnTo>
                  <a:pt x="0" y="1458595"/>
                </a:lnTo>
              </a:path>
            </a:pathLst>
          </a:custGeom>
          <a:noFill/>
          <a:ln w="12700">
            <a:solidFill>
              <a:srgbClr val="1E1E1E"/>
            </a:solidFill>
            <a:prstDash val="solid"/>
            <a:tailEnd type="stealth"/>
          </a:ln>
        </p:spPr>
      </p:sp>
      <p:sp>
        <p:nvSpPr>
          <p:cNvPr id="638" name="Shape 636"/>
          <p:cNvSpPr/>
          <p:nvPr/>
        </p:nvSpPr>
        <p:spPr>
          <a:xfrm>
            <a:off x="2119679" y="3319568"/>
            <a:ext cx="3246706" cy="729827"/>
          </a:xfrm>
          <a:custGeom>
            <a:avLst/>
            <a:gdLst/>
            <a:ahLst/>
            <a:cxnLst/>
            <a:rect l="l" t="t" r="r" b="b"/>
            <a:pathLst>
              <a:path w="3246706" h="729827">
                <a:moveTo>
                  <a:pt x="3246706" y="729827"/>
                </a:moveTo>
                <a:lnTo>
                  <a:pt x="3056206" y="729827"/>
                </a:lnTo>
                <a:lnTo>
                  <a:pt x="3056206" y="414232"/>
                </a:lnTo>
                <a:lnTo>
                  <a:pt x="190500" y="414232"/>
                </a:lnTo>
                <a:lnTo>
                  <a:pt x="1905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1E1E1E"/>
            </a:solidFill>
            <a:prstDash val="solid"/>
            <a:tailEnd type="stealth"/>
          </a:ln>
        </p:spPr>
      </p:sp>
      <p:sp>
        <p:nvSpPr>
          <p:cNvPr id="639" name="Shape 637"/>
          <p:cNvSpPr/>
          <p:nvPr/>
        </p:nvSpPr>
        <p:spPr>
          <a:xfrm>
            <a:off x="5918835" y="3886200"/>
            <a:ext cx="4556760" cy="437515"/>
          </a:xfrm>
          <a:custGeom>
            <a:avLst/>
            <a:gdLst/>
            <a:ahLst/>
            <a:cxnLst/>
            <a:rect l="l" t="t" r="r" b="b"/>
            <a:pathLst>
              <a:path w="4556760" h="437515">
                <a:moveTo>
                  <a:pt x="4556760" y="346075"/>
                </a:moveTo>
                <a:lnTo>
                  <a:pt x="4366260" y="346075"/>
                </a:lnTo>
                <a:lnTo>
                  <a:pt x="4366260" y="0"/>
                </a:lnTo>
                <a:lnTo>
                  <a:pt x="190500" y="0"/>
                </a:lnTo>
                <a:lnTo>
                  <a:pt x="190500" y="437515"/>
                </a:lnTo>
                <a:lnTo>
                  <a:pt x="0" y="437515"/>
                </a:lnTo>
              </a:path>
            </a:pathLst>
          </a:custGeom>
          <a:noFill/>
          <a:ln w="12700">
            <a:solidFill>
              <a:srgbClr val="1E1E1E"/>
            </a:solidFill>
            <a:prstDash val="solid"/>
            <a:tailEnd type="stealth"/>
          </a:ln>
        </p:spPr>
      </p:sp>
      <p:pic>
        <p:nvPicPr>
          <p:cNvPr id="64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304800"/>
            <a:ext cx="304800" cy="304800"/>
          </a:xfrm>
          <a:prstGeom prst="rect">
            <a:avLst/>
          </a:prstGeom>
        </p:spPr>
      </p:pic>
      <p:sp>
        <p:nvSpPr>
          <p:cNvPr id="641" name="Text 638"/>
          <p:cNvSpPr/>
          <p:nvPr/>
        </p:nvSpPr>
        <p:spPr>
          <a:xfrm>
            <a:off x="647700" y="390525"/>
            <a:ext cx="866775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70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AWS Account</a:t>
            </a:r>
            <a:endParaRPr lang="en-US" sz="1050" dirty="0"/>
          </a:p>
        </p:txBody>
      </p:sp>
      <p:pic>
        <p:nvPicPr>
          <p:cNvPr id="64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100" y="723900"/>
            <a:ext cx="304800" cy="304800"/>
          </a:xfrm>
          <a:prstGeom prst="rect">
            <a:avLst/>
          </a:prstGeom>
        </p:spPr>
      </p:pic>
      <p:sp>
        <p:nvSpPr>
          <p:cNvPr id="643" name="Text 639"/>
          <p:cNvSpPr/>
          <p:nvPr/>
        </p:nvSpPr>
        <p:spPr>
          <a:xfrm>
            <a:off x="762000" y="809625"/>
            <a:ext cx="7239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AWS Cloud</a:t>
            </a:r>
            <a:endParaRPr lang="en-US" sz="1050" dirty="0"/>
          </a:p>
        </p:txBody>
      </p:sp>
      <p:sp>
        <p:nvSpPr>
          <p:cNvPr id="644" name="Text 640"/>
          <p:cNvSpPr/>
          <p:nvPr/>
        </p:nvSpPr>
        <p:spPr>
          <a:xfrm>
            <a:off x="571500" y="1228725"/>
            <a:ext cx="1933575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AB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Presentation Tier – Global</a:t>
            </a:r>
            <a:endParaRPr lang="en-US" sz="1050" dirty="0"/>
          </a:p>
        </p:txBody>
      </p:sp>
      <p:pic>
        <p:nvPicPr>
          <p:cNvPr id="64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0" y="2331720"/>
            <a:ext cx="304800" cy="304800"/>
          </a:xfrm>
          <a:prstGeom prst="rect">
            <a:avLst/>
          </a:prstGeom>
        </p:spPr>
      </p:pic>
      <p:sp>
        <p:nvSpPr>
          <p:cNvPr id="646" name="Text 641"/>
          <p:cNvSpPr/>
          <p:nvPr/>
        </p:nvSpPr>
        <p:spPr>
          <a:xfrm>
            <a:off x="876300" y="2417445"/>
            <a:ext cx="1076325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A1C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ap-northeast-1</a:t>
            </a:r>
            <a:endParaRPr lang="en-US" sz="1050" dirty="0"/>
          </a:p>
        </p:txBody>
      </p:sp>
      <p:sp>
        <p:nvSpPr>
          <p:cNvPr id="647" name="Text 642"/>
          <p:cNvSpPr/>
          <p:nvPr/>
        </p:nvSpPr>
        <p:spPr>
          <a:xfrm>
            <a:off x="685800" y="2836545"/>
            <a:ext cx="150495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AB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Managed &amp; Serverless</a:t>
            </a:r>
            <a:endParaRPr lang="en-US" sz="1050" dirty="0"/>
          </a:p>
        </p:txBody>
      </p:sp>
      <p:sp>
        <p:nvSpPr>
          <p:cNvPr id="648" name="Text 643"/>
          <p:cNvSpPr/>
          <p:nvPr/>
        </p:nvSpPr>
        <p:spPr>
          <a:xfrm>
            <a:off x="685800" y="3932132"/>
            <a:ext cx="2219325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AB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Messaging, Events &amp; Governance</a:t>
            </a:r>
            <a:endParaRPr lang="en-US" sz="1050" dirty="0"/>
          </a:p>
        </p:txBody>
      </p:sp>
      <p:pic>
        <p:nvPicPr>
          <p:cNvPr id="64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" y="4941993"/>
            <a:ext cx="304800" cy="304800"/>
          </a:xfrm>
          <a:prstGeom prst="rect">
            <a:avLst/>
          </a:prstGeom>
        </p:spPr>
      </p:pic>
      <p:sp>
        <p:nvSpPr>
          <p:cNvPr id="650" name="Text 644"/>
          <p:cNvSpPr/>
          <p:nvPr/>
        </p:nvSpPr>
        <p:spPr>
          <a:xfrm>
            <a:off x="990600" y="5027718"/>
            <a:ext cx="12954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C4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VPC (10.0.0.0/16)</a:t>
            </a:r>
            <a:endParaRPr lang="en-US" sz="1050" dirty="0"/>
          </a:p>
        </p:txBody>
      </p:sp>
      <p:sp>
        <p:nvSpPr>
          <p:cNvPr id="651" name="Text 645"/>
          <p:cNvSpPr/>
          <p:nvPr/>
        </p:nvSpPr>
        <p:spPr>
          <a:xfrm>
            <a:off x="800100" y="5446818"/>
            <a:ext cx="6477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AB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VPC Edge</a:t>
            </a:r>
            <a:endParaRPr lang="en-US" sz="1050" dirty="0"/>
          </a:p>
        </p:txBody>
      </p:sp>
      <p:sp>
        <p:nvSpPr>
          <p:cNvPr id="652" name="Text 646"/>
          <p:cNvSpPr/>
          <p:nvPr/>
        </p:nvSpPr>
        <p:spPr>
          <a:xfrm>
            <a:off x="800100" y="6256608"/>
            <a:ext cx="1438275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A1C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AZ: ap-northeast-1a</a:t>
            </a:r>
            <a:endParaRPr lang="en-US" sz="1050" dirty="0"/>
          </a:p>
        </p:txBody>
      </p:sp>
      <p:pic>
        <p:nvPicPr>
          <p:cNvPr id="65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6300" y="6589983"/>
            <a:ext cx="304800" cy="304800"/>
          </a:xfrm>
          <a:prstGeom prst="rect">
            <a:avLst/>
          </a:prstGeom>
        </p:spPr>
      </p:pic>
      <p:sp>
        <p:nvSpPr>
          <p:cNvPr id="654" name="Text 647"/>
          <p:cNvSpPr/>
          <p:nvPr/>
        </p:nvSpPr>
        <p:spPr>
          <a:xfrm>
            <a:off x="1219200" y="6675708"/>
            <a:ext cx="2009775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F862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Public Subnet (10.0.0.0/24)</a:t>
            </a:r>
            <a:endParaRPr lang="en-US" sz="1050" dirty="0"/>
          </a:p>
        </p:txBody>
      </p:sp>
      <p:pic>
        <p:nvPicPr>
          <p:cNvPr id="65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6300" y="7479202"/>
            <a:ext cx="304800" cy="304800"/>
          </a:xfrm>
          <a:prstGeom prst="rect">
            <a:avLst/>
          </a:prstGeom>
        </p:spPr>
      </p:pic>
      <p:sp>
        <p:nvSpPr>
          <p:cNvPr id="656" name="Text 648"/>
          <p:cNvSpPr/>
          <p:nvPr/>
        </p:nvSpPr>
        <p:spPr>
          <a:xfrm>
            <a:off x="1219200" y="7564927"/>
            <a:ext cx="17907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A1C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 Subnet (10.0.1.0/24)</a:t>
            </a:r>
            <a:endParaRPr lang="en-US" sz="1050" dirty="0"/>
          </a:p>
        </p:txBody>
      </p:sp>
      <p:pic>
        <p:nvPicPr>
          <p:cNvPr id="65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90600" y="7898302"/>
            <a:ext cx="304800" cy="304800"/>
          </a:xfrm>
          <a:prstGeom prst="rect">
            <a:avLst/>
          </a:prstGeom>
        </p:spPr>
      </p:pic>
      <p:sp>
        <p:nvSpPr>
          <p:cNvPr id="658" name="Text 649"/>
          <p:cNvSpPr/>
          <p:nvPr/>
        </p:nvSpPr>
        <p:spPr>
          <a:xfrm>
            <a:off x="1333500" y="7984027"/>
            <a:ext cx="1362075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760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 Scaling Group</a:t>
            </a:r>
            <a:endParaRPr lang="en-US" sz="1050" dirty="0"/>
          </a:p>
        </p:txBody>
      </p:sp>
      <p:pic>
        <p:nvPicPr>
          <p:cNvPr id="65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76300" y="9842061"/>
            <a:ext cx="304800" cy="304800"/>
          </a:xfrm>
          <a:prstGeom prst="rect">
            <a:avLst/>
          </a:prstGeom>
        </p:spPr>
      </p:pic>
      <p:sp>
        <p:nvSpPr>
          <p:cNvPr id="660" name="Text 650"/>
          <p:cNvSpPr/>
          <p:nvPr/>
        </p:nvSpPr>
        <p:spPr>
          <a:xfrm>
            <a:off x="1219200" y="9927786"/>
            <a:ext cx="1724025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A1C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DB Subnet (10.0.2.0/24)</a:t>
            </a:r>
            <a:endParaRPr lang="en-US" sz="1050" dirty="0"/>
          </a:p>
        </p:txBody>
      </p:sp>
      <p:sp>
        <p:nvSpPr>
          <p:cNvPr id="661" name="Text 651"/>
          <p:cNvSpPr/>
          <p:nvPr/>
        </p:nvSpPr>
        <p:spPr>
          <a:xfrm>
            <a:off x="9124950" y="6256608"/>
            <a:ext cx="1438275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A1C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AZ: ap-northeast-1b</a:t>
            </a:r>
            <a:endParaRPr lang="en-US" sz="1050" dirty="0"/>
          </a:p>
        </p:txBody>
      </p:sp>
      <p:pic>
        <p:nvPicPr>
          <p:cNvPr id="66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01150" y="6589983"/>
            <a:ext cx="304800" cy="304800"/>
          </a:xfrm>
          <a:prstGeom prst="rect">
            <a:avLst/>
          </a:prstGeom>
        </p:spPr>
      </p:pic>
      <p:sp>
        <p:nvSpPr>
          <p:cNvPr id="663" name="Text 652"/>
          <p:cNvSpPr/>
          <p:nvPr/>
        </p:nvSpPr>
        <p:spPr>
          <a:xfrm>
            <a:off x="9544050" y="6675708"/>
            <a:ext cx="18669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A1C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 Subnet (10.0.17.0/24)</a:t>
            </a:r>
            <a:endParaRPr lang="en-US" sz="1050" dirty="0"/>
          </a:p>
        </p:txBody>
      </p:sp>
      <p:pic>
        <p:nvPicPr>
          <p:cNvPr id="664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315450" y="7009083"/>
            <a:ext cx="304800" cy="304800"/>
          </a:xfrm>
          <a:prstGeom prst="rect">
            <a:avLst/>
          </a:prstGeom>
        </p:spPr>
      </p:pic>
      <p:sp>
        <p:nvSpPr>
          <p:cNvPr id="665" name="Text 653"/>
          <p:cNvSpPr/>
          <p:nvPr/>
        </p:nvSpPr>
        <p:spPr>
          <a:xfrm>
            <a:off x="9658350" y="7094808"/>
            <a:ext cx="1362075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760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 Scaling Group</a:t>
            </a:r>
            <a:endParaRPr lang="en-US" sz="1050" dirty="0"/>
          </a:p>
        </p:txBody>
      </p:sp>
      <p:pic>
        <p:nvPicPr>
          <p:cNvPr id="666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201150" y="9486373"/>
            <a:ext cx="304800" cy="304800"/>
          </a:xfrm>
          <a:prstGeom prst="rect">
            <a:avLst/>
          </a:prstGeom>
        </p:spPr>
      </p:pic>
      <p:sp>
        <p:nvSpPr>
          <p:cNvPr id="667" name="Text 654"/>
          <p:cNvSpPr/>
          <p:nvPr/>
        </p:nvSpPr>
        <p:spPr>
          <a:xfrm>
            <a:off x="9544050" y="9572098"/>
            <a:ext cx="17907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A1C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DB Subnet (10.0.18.0/24)</a:t>
            </a:r>
            <a:endParaRPr lang="en-US" sz="1050" dirty="0"/>
          </a:p>
        </p:txBody>
      </p:sp>
      <p:pic>
        <p:nvPicPr>
          <p:cNvPr id="668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124325" y="10264555"/>
            <a:ext cx="457200" cy="457200"/>
          </a:xfrm>
          <a:prstGeom prst="rect">
            <a:avLst/>
          </a:prstGeom>
        </p:spPr>
      </p:pic>
      <p:sp>
        <p:nvSpPr>
          <p:cNvPr id="669" name="Text 655"/>
          <p:cNvSpPr/>
          <p:nvPr/>
        </p:nvSpPr>
        <p:spPr>
          <a:xfrm>
            <a:off x="4086225" y="10759855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Aurora</a:t>
            </a:r>
            <a:endParaRPr lang="en-US" sz="800" dirty="0"/>
          </a:p>
        </p:txBody>
      </p:sp>
      <p:pic>
        <p:nvPicPr>
          <p:cNvPr id="670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657725" y="10264555"/>
            <a:ext cx="457200" cy="457200"/>
          </a:xfrm>
          <a:prstGeom prst="rect">
            <a:avLst/>
          </a:prstGeom>
        </p:spPr>
      </p:pic>
      <p:sp>
        <p:nvSpPr>
          <p:cNvPr id="671" name="Text 656"/>
          <p:cNvSpPr/>
          <p:nvPr/>
        </p:nvSpPr>
        <p:spPr>
          <a:xfrm>
            <a:off x="4619625" y="10759855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Aur-Inst</a:t>
            </a:r>
            <a:endParaRPr lang="en-US" sz="800" dirty="0"/>
          </a:p>
        </p:txBody>
      </p:sp>
      <p:pic>
        <p:nvPicPr>
          <p:cNvPr id="672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191125" y="10264555"/>
            <a:ext cx="457200" cy="457200"/>
          </a:xfrm>
          <a:prstGeom prst="rect">
            <a:avLst/>
          </a:prstGeom>
        </p:spPr>
      </p:pic>
      <p:sp>
        <p:nvSpPr>
          <p:cNvPr id="673" name="Text 657"/>
          <p:cNvSpPr/>
          <p:nvPr/>
        </p:nvSpPr>
        <p:spPr>
          <a:xfrm>
            <a:off x="5153025" y="10759855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</a:t>
            </a:r>
            <a:endParaRPr lang="en-US" sz="800" dirty="0"/>
          </a:p>
        </p:txBody>
      </p:sp>
      <p:pic>
        <p:nvPicPr>
          <p:cNvPr id="674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046494" y="7447628"/>
            <a:ext cx="457200" cy="457200"/>
          </a:xfrm>
          <a:prstGeom prst="rect">
            <a:avLst/>
          </a:prstGeom>
        </p:spPr>
      </p:pic>
      <p:sp>
        <p:nvSpPr>
          <p:cNvPr id="675" name="Text 658"/>
          <p:cNvSpPr/>
          <p:nvPr/>
        </p:nvSpPr>
        <p:spPr>
          <a:xfrm>
            <a:off x="10008394" y="7942928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EC2</a:t>
            </a:r>
            <a:endParaRPr lang="en-US" sz="800" dirty="0"/>
          </a:p>
        </p:txBody>
      </p:sp>
      <p:pic>
        <p:nvPicPr>
          <p:cNvPr id="676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046494" y="8152478"/>
            <a:ext cx="457200" cy="457200"/>
          </a:xfrm>
          <a:prstGeom prst="rect">
            <a:avLst/>
          </a:prstGeom>
        </p:spPr>
      </p:pic>
      <p:sp>
        <p:nvSpPr>
          <p:cNvPr id="677" name="Text 659"/>
          <p:cNvSpPr/>
          <p:nvPr/>
        </p:nvSpPr>
        <p:spPr>
          <a:xfrm>
            <a:off x="10008394" y="8647778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EC2-Inst</a:t>
            </a:r>
            <a:endParaRPr lang="en-US" sz="800" dirty="0"/>
          </a:p>
        </p:txBody>
      </p:sp>
      <p:pic>
        <p:nvPicPr>
          <p:cNvPr id="678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2182475" y="10086712"/>
            <a:ext cx="457200" cy="457200"/>
          </a:xfrm>
          <a:prstGeom prst="rect">
            <a:avLst/>
          </a:prstGeom>
        </p:spPr>
      </p:pic>
      <p:sp>
        <p:nvSpPr>
          <p:cNvPr id="679" name="Text 660"/>
          <p:cNvSpPr/>
          <p:nvPr/>
        </p:nvSpPr>
        <p:spPr>
          <a:xfrm>
            <a:off x="12144375" y="10582012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Aurora</a:t>
            </a:r>
            <a:endParaRPr lang="en-US" sz="800" dirty="0"/>
          </a:p>
        </p:txBody>
      </p:sp>
      <p:pic>
        <p:nvPicPr>
          <p:cNvPr id="680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2715875" y="10086712"/>
            <a:ext cx="457200" cy="457200"/>
          </a:xfrm>
          <a:prstGeom prst="rect">
            <a:avLst/>
          </a:prstGeom>
        </p:spPr>
      </p:pic>
      <p:sp>
        <p:nvSpPr>
          <p:cNvPr id="681" name="Text 661"/>
          <p:cNvSpPr/>
          <p:nvPr/>
        </p:nvSpPr>
        <p:spPr>
          <a:xfrm>
            <a:off x="12677775" y="10582012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RDS</a:t>
            </a:r>
            <a:endParaRPr lang="en-US" sz="800" dirty="0"/>
          </a:p>
        </p:txBody>
      </p:sp>
      <p:pic>
        <p:nvPicPr>
          <p:cNvPr id="682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3249275" y="10086712"/>
            <a:ext cx="457200" cy="457200"/>
          </a:xfrm>
          <a:prstGeom prst="rect">
            <a:avLst/>
          </a:prstGeom>
        </p:spPr>
      </p:pic>
      <p:sp>
        <p:nvSpPr>
          <p:cNvPr id="683" name="Text 662"/>
          <p:cNvSpPr/>
          <p:nvPr/>
        </p:nvSpPr>
        <p:spPr>
          <a:xfrm>
            <a:off x="13211175" y="10582012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RDS-MAZ</a:t>
            </a:r>
            <a:endParaRPr lang="en-US" sz="800" dirty="0"/>
          </a:p>
        </p:txBody>
      </p:sp>
      <p:pic>
        <p:nvPicPr>
          <p:cNvPr id="684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3782675" y="10086712"/>
            <a:ext cx="457200" cy="457200"/>
          </a:xfrm>
          <a:prstGeom prst="rect">
            <a:avLst/>
          </a:prstGeom>
        </p:spPr>
      </p:pic>
      <p:sp>
        <p:nvSpPr>
          <p:cNvPr id="685" name="Text 663"/>
          <p:cNvSpPr/>
          <p:nvPr/>
        </p:nvSpPr>
        <p:spPr>
          <a:xfrm>
            <a:off x="13744575" y="10582012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RDS-Prx</a:t>
            </a:r>
            <a:endParaRPr lang="en-US" sz="800" dirty="0"/>
          </a:p>
        </p:txBody>
      </p:sp>
      <p:pic>
        <p:nvPicPr>
          <p:cNvPr id="686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2007870" y="4003675"/>
            <a:ext cx="457200" cy="457200"/>
          </a:xfrm>
          <a:prstGeom prst="rect">
            <a:avLst/>
          </a:prstGeom>
        </p:spPr>
      </p:pic>
      <p:sp>
        <p:nvSpPr>
          <p:cNvPr id="687" name="Text 664"/>
          <p:cNvSpPr/>
          <p:nvPr/>
        </p:nvSpPr>
        <p:spPr>
          <a:xfrm>
            <a:off x="1969770" y="4498975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SNS</a:t>
            </a:r>
            <a:endParaRPr lang="en-US" sz="800" dirty="0"/>
          </a:p>
        </p:txBody>
      </p:sp>
      <p:pic>
        <p:nvPicPr>
          <p:cNvPr id="688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3710940" y="4003675"/>
            <a:ext cx="457200" cy="457200"/>
          </a:xfrm>
          <a:prstGeom prst="rect">
            <a:avLst/>
          </a:prstGeom>
        </p:spPr>
      </p:pic>
      <p:sp>
        <p:nvSpPr>
          <p:cNvPr id="689" name="Text 665"/>
          <p:cNvSpPr/>
          <p:nvPr/>
        </p:nvSpPr>
        <p:spPr>
          <a:xfrm>
            <a:off x="3672840" y="4498975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SNS-Top</a:t>
            </a:r>
            <a:endParaRPr lang="en-US" sz="800" dirty="0"/>
          </a:p>
        </p:txBody>
      </p:sp>
      <p:pic>
        <p:nvPicPr>
          <p:cNvPr id="690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5414010" y="4003675"/>
            <a:ext cx="457200" cy="457200"/>
          </a:xfrm>
          <a:prstGeom prst="rect">
            <a:avLst/>
          </a:prstGeom>
        </p:spPr>
      </p:pic>
      <p:sp>
        <p:nvSpPr>
          <p:cNvPr id="691" name="Text 666"/>
          <p:cNvSpPr/>
          <p:nvPr/>
        </p:nvSpPr>
        <p:spPr>
          <a:xfrm>
            <a:off x="5375910" y="4498975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SQS</a:t>
            </a:r>
            <a:endParaRPr lang="en-US" sz="800" dirty="0"/>
          </a:p>
        </p:txBody>
      </p:sp>
      <p:pic>
        <p:nvPicPr>
          <p:cNvPr id="692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7117080" y="4003675"/>
            <a:ext cx="457200" cy="457200"/>
          </a:xfrm>
          <a:prstGeom prst="rect">
            <a:avLst/>
          </a:prstGeom>
        </p:spPr>
      </p:pic>
      <p:sp>
        <p:nvSpPr>
          <p:cNvPr id="693" name="Text 667"/>
          <p:cNvSpPr/>
          <p:nvPr/>
        </p:nvSpPr>
        <p:spPr>
          <a:xfrm>
            <a:off x="7078980" y="4498975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SQS-Q</a:t>
            </a:r>
            <a:endParaRPr lang="en-US" sz="800" dirty="0"/>
          </a:p>
        </p:txBody>
      </p:sp>
      <p:pic>
        <p:nvPicPr>
          <p:cNvPr id="694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8820150" y="4003675"/>
            <a:ext cx="457200" cy="457200"/>
          </a:xfrm>
          <a:prstGeom prst="rect">
            <a:avLst/>
          </a:prstGeom>
        </p:spPr>
      </p:pic>
      <p:sp>
        <p:nvSpPr>
          <p:cNvPr id="695" name="Text 668"/>
          <p:cNvSpPr/>
          <p:nvPr/>
        </p:nvSpPr>
        <p:spPr>
          <a:xfrm>
            <a:off x="8782050" y="4498975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SQS-Msg</a:t>
            </a:r>
            <a:endParaRPr lang="en-US" sz="800" dirty="0"/>
          </a:p>
        </p:txBody>
      </p:sp>
      <p:pic>
        <p:nvPicPr>
          <p:cNvPr id="696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0523220" y="4003675"/>
            <a:ext cx="457200" cy="457200"/>
          </a:xfrm>
          <a:prstGeom prst="rect">
            <a:avLst/>
          </a:prstGeom>
        </p:spPr>
      </p:pic>
      <p:sp>
        <p:nvSpPr>
          <p:cNvPr id="697" name="Text 669"/>
          <p:cNvSpPr/>
          <p:nvPr/>
        </p:nvSpPr>
        <p:spPr>
          <a:xfrm>
            <a:off x="10485120" y="4498975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EB</a:t>
            </a:r>
            <a:endParaRPr lang="en-US" sz="800" dirty="0"/>
          </a:p>
        </p:txBody>
      </p:sp>
      <p:pic>
        <p:nvPicPr>
          <p:cNvPr id="698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2226290" y="4003675"/>
            <a:ext cx="457200" cy="457200"/>
          </a:xfrm>
          <a:prstGeom prst="rect">
            <a:avLst/>
          </a:prstGeom>
        </p:spPr>
      </p:pic>
      <p:sp>
        <p:nvSpPr>
          <p:cNvPr id="699" name="Text 670"/>
          <p:cNvSpPr/>
          <p:nvPr/>
        </p:nvSpPr>
        <p:spPr>
          <a:xfrm>
            <a:off x="12188190" y="4498975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EB-Bus</a:t>
            </a:r>
            <a:endParaRPr lang="en-US" sz="800" dirty="0"/>
          </a:p>
        </p:txBody>
      </p:sp>
      <p:pic>
        <p:nvPicPr>
          <p:cNvPr id="700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13929360" y="4003675"/>
            <a:ext cx="457200" cy="457200"/>
          </a:xfrm>
          <a:prstGeom prst="rect">
            <a:avLst/>
          </a:prstGeom>
        </p:spPr>
      </p:pic>
      <p:sp>
        <p:nvSpPr>
          <p:cNvPr id="701" name="Text 671"/>
          <p:cNvSpPr/>
          <p:nvPr/>
        </p:nvSpPr>
        <p:spPr>
          <a:xfrm>
            <a:off x="13891260" y="4498975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EB-Rule</a:t>
            </a:r>
            <a:endParaRPr lang="en-US" sz="800" dirty="0"/>
          </a:p>
        </p:txBody>
      </p:sp>
      <p:pic>
        <p:nvPicPr>
          <p:cNvPr id="702" name="Image 28" descr="preencoded.png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15632430" y="4003675"/>
            <a:ext cx="457200" cy="457200"/>
          </a:xfrm>
          <a:prstGeom prst="rect">
            <a:avLst/>
          </a:prstGeom>
        </p:spPr>
      </p:pic>
      <p:sp>
        <p:nvSpPr>
          <p:cNvPr id="703" name="Text 672"/>
          <p:cNvSpPr/>
          <p:nvPr/>
        </p:nvSpPr>
        <p:spPr>
          <a:xfrm>
            <a:off x="15594330" y="4498975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Macie</a:t>
            </a:r>
            <a:endParaRPr lang="en-US" sz="800" dirty="0"/>
          </a:p>
        </p:txBody>
      </p:sp>
      <p:pic>
        <p:nvPicPr>
          <p:cNvPr id="704" name="Image 29" descr="preencoded.png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3857625" y="8422507"/>
            <a:ext cx="457200" cy="457200"/>
          </a:xfrm>
          <a:prstGeom prst="rect">
            <a:avLst/>
          </a:prstGeom>
        </p:spPr>
      </p:pic>
      <p:sp>
        <p:nvSpPr>
          <p:cNvPr id="705" name="Text 673"/>
          <p:cNvSpPr/>
          <p:nvPr/>
        </p:nvSpPr>
        <p:spPr>
          <a:xfrm>
            <a:off x="3819525" y="8917807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ECS</a:t>
            </a:r>
            <a:endParaRPr lang="en-US" sz="800" dirty="0"/>
          </a:p>
        </p:txBody>
      </p:sp>
      <p:pic>
        <p:nvPicPr>
          <p:cNvPr id="706" name="Image 30" descr="preencoded.png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4391025" y="8422507"/>
            <a:ext cx="457200" cy="457200"/>
          </a:xfrm>
          <a:prstGeom prst="rect">
            <a:avLst/>
          </a:prstGeom>
        </p:spPr>
      </p:pic>
      <p:sp>
        <p:nvSpPr>
          <p:cNvPr id="707" name="Text 674"/>
          <p:cNvSpPr/>
          <p:nvPr/>
        </p:nvSpPr>
        <p:spPr>
          <a:xfrm>
            <a:off x="4352925" y="8917807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ECS-Task</a:t>
            </a:r>
            <a:endParaRPr lang="en-US" sz="800" dirty="0"/>
          </a:p>
        </p:txBody>
      </p:sp>
      <p:pic>
        <p:nvPicPr>
          <p:cNvPr id="708" name="Image 31" descr="preencoded.png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4924425" y="8422507"/>
            <a:ext cx="457200" cy="457200"/>
          </a:xfrm>
          <a:prstGeom prst="rect">
            <a:avLst/>
          </a:prstGeom>
        </p:spPr>
      </p:pic>
      <p:sp>
        <p:nvSpPr>
          <p:cNvPr id="709" name="Text 675"/>
          <p:cNvSpPr/>
          <p:nvPr/>
        </p:nvSpPr>
        <p:spPr>
          <a:xfrm>
            <a:off x="4886325" y="8917807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ECS-Svc</a:t>
            </a:r>
            <a:endParaRPr lang="en-US" sz="800" dirty="0"/>
          </a:p>
        </p:txBody>
      </p:sp>
      <p:pic>
        <p:nvPicPr>
          <p:cNvPr id="710" name="Image 32" descr="preencoded.png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5457825" y="8422507"/>
            <a:ext cx="457200" cy="457200"/>
          </a:xfrm>
          <a:prstGeom prst="rect">
            <a:avLst/>
          </a:prstGeom>
        </p:spPr>
      </p:pic>
      <p:sp>
        <p:nvSpPr>
          <p:cNvPr id="711" name="Text 676"/>
          <p:cNvSpPr/>
          <p:nvPr/>
        </p:nvSpPr>
        <p:spPr>
          <a:xfrm>
            <a:off x="5419725" y="8917807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EKS</a:t>
            </a:r>
            <a:endParaRPr lang="en-US" sz="800" dirty="0"/>
          </a:p>
        </p:txBody>
      </p:sp>
      <p:pic>
        <p:nvPicPr>
          <p:cNvPr id="712" name="Image 33" descr="preencoded.png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12449175" y="7800053"/>
            <a:ext cx="457200" cy="457200"/>
          </a:xfrm>
          <a:prstGeom prst="rect">
            <a:avLst/>
          </a:prstGeom>
        </p:spPr>
      </p:pic>
      <p:sp>
        <p:nvSpPr>
          <p:cNvPr id="713" name="Text 677"/>
          <p:cNvSpPr/>
          <p:nvPr/>
        </p:nvSpPr>
        <p:spPr>
          <a:xfrm>
            <a:off x="12411075" y="8295353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ECS</a:t>
            </a:r>
            <a:endParaRPr lang="en-US" sz="800" dirty="0"/>
          </a:p>
        </p:txBody>
      </p:sp>
      <p:pic>
        <p:nvPicPr>
          <p:cNvPr id="714" name="Image 34" descr="preencoded.png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12982575" y="7800053"/>
            <a:ext cx="457200" cy="457200"/>
          </a:xfrm>
          <a:prstGeom prst="rect">
            <a:avLst/>
          </a:prstGeom>
        </p:spPr>
      </p:pic>
      <p:sp>
        <p:nvSpPr>
          <p:cNvPr id="715" name="Text 678"/>
          <p:cNvSpPr/>
          <p:nvPr/>
        </p:nvSpPr>
        <p:spPr>
          <a:xfrm>
            <a:off x="12944475" y="8295353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ECS-SC</a:t>
            </a:r>
            <a:endParaRPr lang="en-US" sz="800" dirty="0"/>
          </a:p>
        </p:txBody>
      </p:sp>
      <p:pic>
        <p:nvPicPr>
          <p:cNvPr id="716" name="Image 35" descr="preencoded.png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13515975" y="7800053"/>
            <a:ext cx="457200" cy="457200"/>
          </a:xfrm>
          <a:prstGeom prst="rect">
            <a:avLst/>
          </a:prstGeom>
        </p:spPr>
      </p:pic>
      <p:sp>
        <p:nvSpPr>
          <p:cNvPr id="717" name="Text 679"/>
          <p:cNvSpPr/>
          <p:nvPr/>
        </p:nvSpPr>
        <p:spPr>
          <a:xfrm>
            <a:off x="13477875" y="8295353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ECR-Img</a:t>
            </a:r>
            <a:endParaRPr lang="en-US" sz="800" dirty="0"/>
          </a:p>
        </p:txBody>
      </p:sp>
      <p:pic>
        <p:nvPicPr>
          <p:cNvPr id="718" name="Image 36" descr="preencoded.png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2347913" y="1346835"/>
            <a:ext cx="457200" cy="457200"/>
          </a:xfrm>
          <a:prstGeom prst="rect">
            <a:avLst/>
          </a:prstGeom>
        </p:spPr>
      </p:pic>
      <p:sp>
        <p:nvSpPr>
          <p:cNvPr id="719" name="Text 680"/>
          <p:cNvSpPr/>
          <p:nvPr/>
        </p:nvSpPr>
        <p:spPr>
          <a:xfrm>
            <a:off x="2309813" y="1842135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R53</a:t>
            </a:r>
            <a:endParaRPr lang="en-US" sz="800" dirty="0"/>
          </a:p>
        </p:txBody>
      </p:sp>
      <p:pic>
        <p:nvPicPr>
          <p:cNvPr id="720" name="Image 37" descr="preencoded.png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4505325" y="1346835"/>
            <a:ext cx="457200" cy="457200"/>
          </a:xfrm>
          <a:prstGeom prst="rect">
            <a:avLst/>
          </a:prstGeom>
        </p:spPr>
      </p:pic>
      <p:sp>
        <p:nvSpPr>
          <p:cNvPr id="721" name="Text 681"/>
          <p:cNvSpPr/>
          <p:nvPr/>
        </p:nvSpPr>
        <p:spPr>
          <a:xfrm>
            <a:off x="4467225" y="1842135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R53-Zone</a:t>
            </a:r>
            <a:endParaRPr lang="en-US" sz="800" dirty="0"/>
          </a:p>
        </p:txBody>
      </p:sp>
      <p:pic>
        <p:nvPicPr>
          <p:cNvPr id="722" name="Image 38" descr="preencoded.png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6662738" y="1346835"/>
            <a:ext cx="457200" cy="457200"/>
          </a:xfrm>
          <a:prstGeom prst="rect">
            <a:avLst/>
          </a:prstGeom>
        </p:spPr>
      </p:pic>
      <p:sp>
        <p:nvSpPr>
          <p:cNvPr id="723" name="Text 682"/>
          <p:cNvSpPr/>
          <p:nvPr/>
        </p:nvSpPr>
        <p:spPr>
          <a:xfrm>
            <a:off x="6624638" y="1842135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CF</a:t>
            </a:r>
            <a:endParaRPr lang="en-US" sz="800" dirty="0"/>
          </a:p>
        </p:txBody>
      </p:sp>
      <p:pic>
        <p:nvPicPr>
          <p:cNvPr id="724" name="Image 39" descr="preencoded.png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8820150" y="1346835"/>
            <a:ext cx="457200" cy="457200"/>
          </a:xfrm>
          <a:prstGeom prst="rect">
            <a:avLst/>
          </a:prstGeom>
        </p:spPr>
      </p:pic>
      <p:sp>
        <p:nvSpPr>
          <p:cNvPr id="725" name="Text 683"/>
          <p:cNvSpPr/>
          <p:nvPr/>
        </p:nvSpPr>
        <p:spPr>
          <a:xfrm>
            <a:off x="8782050" y="1842135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CF-Dist</a:t>
            </a:r>
            <a:endParaRPr lang="en-US" sz="800" dirty="0"/>
          </a:p>
        </p:txBody>
      </p:sp>
      <p:pic>
        <p:nvPicPr>
          <p:cNvPr id="726" name="Image 40" descr="preencoded.png">    </p:cNvPr>
          <p:cNvPicPr>
            <a:picLocks noChangeAspect="1"/>
          </p:cNvPicPr>
          <p:nvPr/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10977563" y="1346835"/>
            <a:ext cx="457200" cy="457200"/>
          </a:xfrm>
          <a:prstGeom prst="rect">
            <a:avLst/>
          </a:prstGeom>
        </p:spPr>
      </p:pic>
      <p:sp>
        <p:nvSpPr>
          <p:cNvPr id="727" name="Text 684"/>
          <p:cNvSpPr/>
          <p:nvPr/>
        </p:nvSpPr>
        <p:spPr>
          <a:xfrm>
            <a:off x="10939463" y="1842135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WAF</a:t>
            </a:r>
            <a:endParaRPr lang="en-US" sz="800" dirty="0"/>
          </a:p>
        </p:txBody>
      </p:sp>
      <p:pic>
        <p:nvPicPr>
          <p:cNvPr id="728" name="Image 41" descr="preencoded.png">    </p:cNvPr>
          <p:cNvPicPr>
            <a:picLocks noChangeAspect="1"/>
          </p:cNvPicPr>
          <p:nvPr/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13134975" y="1346835"/>
            <a:ext cx="457200" cy="457200"/>
          </a:xfrm>
          <a:prstGeom prst="rect">
            <a:avLst/>
          </a:prstGeom>
        </p:spPr>
      </p:pic>
      <p:sp>
        <p:nvSpPr>
          <p:cNvPr id="729" name="Text 685"/>
          <p:cNvSpPr/>
          <p:nvPr/>
        </p:nvSpPr>
        <p:spPr>
          <a:xfrm>
            <a:off x="13096875" y="1842135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IAM</a:t>
            </a:r>
            <a:endParaRPr lang="en-US" sz="800" dirty="0"/>
          </a:p>
        </p:txBody>
      </p:sp>
      <p:pic>
        <p:nvPicPr>
          <p:cNvPr id="730" name="Image 42" descr="preencoded.png">    </p:cNvPr>
          <p:cNvPicPr>
            <a:picLocks noChangeAspect="1"/>
          </p:cNvPicPr>
          <p:nvPr/>
        </p:nvPicPr>
        <p:blipFill>
          <a:blip r:embed="rId85"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15292387" y="1346835"/>
            <a:ext cx="457200" cy="457200"/>
          </a:xfrm>
          <a:prstGeom prst="rect">
            <a:avLst/>
          </a:prstGeom>
        </p:spPr>
      </p:pic>
      <p:sp>
        <p:nvSpPr>
          <p:cNvPr id="731" name="Text 686"/>
          <p:cNvSpPr/>
          <p:nvPr/>
        </p:nvSpPr>
        <p:spPr>
          <a:xfrm>
            <a:off x="15254288" y="1842135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IAM-Role</a:t>
            </a:r>
            <a:endParaRPr lang="en-US" sz="800" dirty="0"/>
          </a:p>
        </p:txBody>
      </p:sp>
      <p:pic>
        <p:nvPicPr>
          <p:cNvPr id="732" name="Image 43" descr="preencoded.png">    </p:cNvPr>
          <p:cNvPicPr>
            <a:picLocks noChangeAspect="1"/>
          </p:cNvPicPr>
          <p:nvPr/>
        </p:nvPicPr>
        <p:blipFill>
          <a:blip r:embed="rId87"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1614854" y="2908088"/>
            <a:ext cx="457200" cy="457200"/>
          </a:xfrm>
          <a:prstGeom prst="rect">
            <a:avLst/>
          </a:prstGeom>
        </p:spPr>
      </p:pic>
      <p:sp>
        <p:nvSpPr>
          <p:cNvPr id="733" name="Text 687"/>
          <p:cNvSpPr/>
          <p:nvPr/>
        </p:nvSpPr>
        <p:spPr>
          <a:xfrm>
            <a:off x="1576754" y="3403388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Lambda</a:t>
            </a:r>
            <a:endParaRPr lang="en-US" sz="800" dirty="0"/>
          </a:p>
        </p:txBody>
      </p:sp>
      <p:pic>
        <p:nvPicPr>
          <p:cNvPr id="734" name="Image 44" descr="preencoded.png">    </p:cNvPr>
          <p:cNvPicPr>
            <a:picLocks noChangeAspect="1"/>
          </p:cNvPicPr>
          <p:nvPr/>
        </p:nvPicPr>
        <p:blipFill>
          <a:blip r:embed="rId89"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2924908" y="2908088"/>
            <a:ext cx="457200" cy="457200"/>
          </a:xfrm>
          <a:prstGeom prst="rect">
            <a:avLst/>
          </a:prstGeom>
        </p:spPr>
      </p:pic>
      <p:sp>
        <p:nvSpPr>
          <p:cNvPr id="735" name="Text 688"/>
          <p:cNvSpPr/>
          <p:nvPr/>
        </p:nvSpPr>
        <p:spPr>
          <a:xfrm>
            <a:off x="2886808" y="3403388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Fn</a:t>
            </a:r>
            <a:endParaRPr lang="en-US" sz="800" dirty="0"/>
          </a:p>
        </p:txBody>
      </p:sp>
      <p:pic>
        <p:nvPicPr>
          <p:cNvPr id="736" name="Image 45" descr="preencoded.png">    </p:cNvPr>
          <p:cNvPicPr>
            <a:picLocks noChangeAspect="1"/>
          </p:cNvPicPr>
          <p:nvPr/>
        </p:nvPicPr>
        <p:blipFill>
          <a:blip r:embed="rId91"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4234962" y="2908088"/>
            <a:ext cx="457200" cy="457200"/>
          </a:xfrm>
          <a:prstGeom prst="rect">
            <a:avLst/>
          </a:prstGeom>
        </p:spPr>
      </p:pic>
      <p:sp>
        <p:nvSpPr>
          <p:cNvPr id="737" name="Text 689"/>
          <p:cNvSpPr/>
          <p:nvPr/>
        </p:nvSpPr>
        <p:spPr>
          <a:xfrm>
            <a:off x="4196862" y="3403388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S3</a:t>
            </a:r>
            <a:endParaRPr lang="en-US" sz="800" dirty="0"/>
          </a:p>
        </p:txBody>
      </p:sp>
      <p:pic>
        <p:nvPicPr>
          <p:cNvPr id="738" name="Image 46" descr="preencoded.png">    </p:cNvPr>
          <p:cNvPicPr>
            <a:picLocks noChangeAspect="1"/>
          </p:cNvPicPr>
          <p:nvPr/>
        </p:nvPicPr>
        <p:blipFill>
          <a:blip r:embed="rId93"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5545015" y="2908088"/>
            <a:ext cx="457200" cy="457200"/>
          </a:xfrm>
          <a:prstGeom prst="rect">
            <a:avLst/>
          </a:prstGeom>
        </p:spPr>
      </p:pic>
      <p:sp>
        <p:nvSpPr>
          <p:cNvPr id="739" name="Text 690"/>
          <p:cNvSpPr/>
          <p:nvPr/>
        </p:nvSpPr>
        <p:spPr>
          <a:xfrm>
            <a:off x="5506915" y="3403388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S3-Bkt</a:t>
            </a:r>
            <a:endParaRPr lang="en-US" sz="800" dirty="0"/>
          </a:p>
        </p:txBody>
      </p:sp>
      <p:pic>
        <p:nvPicPr>
          <p:cNvPr id="740" name="Image 47" descr="preencoded.png">    </p:cNvPr>
          <p:cNvPicPr>
            <a:picLocks noChangeAspect="1"/>
          </p:cNvPicPr>
          <p:nvPr/>
        </p:nvPicPr>
        <p:blipFill>
          <a:blip r:embed="rId95"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6855069" y="2908088"/>
            <a:ext cx="457200" cy="457200"/>
          </a:xfrm>
          <a:prstGeom prst="rect">
            <a:avLst/>
          </a:prstGeom>
        </p:spPr>
      </p:pic>
      <p:sp>
        <p:nvSpPr>
          <p:cNvPr id="741" name="Text 691"/>
          <p:cNvSpPr/>
          <p:nvPr/>
        </p:nvSpPr>
        <p:spPr>
          <a:xfrm>
            <a:off x="6816969" y="3403388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CW</a:t>
            </a:r>
            <a:endParaRPr lang="en-US" sz="800" dirty="0"/>
          </a:p>
        </p:txBody>
      </p:sp>
      <p:pic>
        <p:nvPicPr>
          <p:cNvPr id="742" name="Image 48" descr="preencoded.png">    </p:cNvPr>
          <p:cNvPicPr>
            <a:picLocks noChangeAspect="1"/>
          </p:cNvPicPr>
          <p:nvPr/>
        </p:nvPicPr>
        <p:blipFill>
          <a:blip r:embed="rId97"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8165123" y="2908088"/>
            <a:ext cx="457200" cy="457200"/>
          </a:xfrm>
          <a:prstGeom prst="rect">
            <a:avLst/>
          </a:prstGeom>
        </p:spPr>
      </p:pic>
      <p:sp>
        <p:nvSpPr>
          <p:cNvPr id="743" name="Text 692"/>
          <p:cNvSpPr/>
          <p:nvPr/>
        </p:nvSpPr>
        <p:spPr>
          <a:xfrm>
            <a:off x="8127023" y="3403388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CW-Alm</a:t>
            </a:r>
            <a:endParaRPr lang="en-US" sz="800" dirty="0"/>
          </a:p>
        </p:txBody>
      </p:sp>
      <p:pic>
        <p:nvPicPr>
          <p:cNvPr id="744" name="Image 49" descr="preencoded.png">    </p:cNvPr>
          <p:cNvPicPr>
            <a:picLocks noChangeAspect="1"/>
          </p:cNvPicPr>
          <p:nvPr/>
        </p:nvPicPr>
        <p:blipFill>
          <a:blip r:embed="rId99"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9475177" y="2908088"/>
            <a:ext cx="457200" cy="457200"/>
          </a:xfrm>
          <a:prstGeom prst="rect">
            <a:avLst/>
          </a:prstGeom>
        </p:spPr>
      </p:pic>
      <p:sp>
        <p:nvSpPr>
          <p:cNvPr id="745" name="Text 693"/>
          <p:cNvSpPr/>
          <p:nvPr/>
        </p:nvSpPr>
        <p:spPr>
          <a:xfrm>
            <a:off x="9437077" y="3403388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CW-Log</a:t>
            </a:r>
            <a:endParaRPr lang="en-US" sz="800" dirty="0"/>
          </a:p>
        </p:txBody>
      </p:sp>
      <p:pic>
        <p:nvPicPr>
          <p:cNvPr id="746" name="Image 50" descr="preencoded.png">    </p:cNvPr>
          <p:cNvPicPr>
            <a:picLocks noChangeAspect="1"/>
          </p:cNvPicPr>
          <p:nvPr/>
        </p:nvPicPr>
        <p:blipFill>
          <a:blip r:embed="rId101">
            <a:extLs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10785231" y="2908088"/>
            <a:ext cx="457200" cy="457200"/>
          </a:xfrm>
          <a:prstGeom prst="rect">
            <a:avLst/>
          </a:prstGeom>
        </p:spPr>
      </p:pic>
      <p:sp>
        <p:nvSpPr>
          <p:cNvPr id="747" name="Text 694"/>
          <p:cNvSpPr/>
          <p:nvPr/>
        </p:nvSpPr>
        <p:spPr>
          <a:xfrm>
            <a:off x="10747131" y="3403388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SF</a:t>
            </a:r>
            <a:endParaRPr lang="en-US" sz="800" dirty="0"/>
          </a:p>
        </p:txBody>
      </p:sp>
      <p:pic>
        <p:nvPicPr>
          <p:cNvPr id="748" name="Image 51" descr="preencoded.png">    </p:cNvPr>
          <p:cNvPicPr>
            <a:picLocks noChangeAspect="1"/>
          </p:cNvPicPr>
          <p:nvPr/>
        </p:nvPicPr>
        <p:blipFill>
          <a:blip r:embed="rId103"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12095285" y="2908088"/>
            <a:ext cx="457200" cy="457200"/>
          </a:xfrm>
          <a:prstGeom prst="rect">
            <a:avLst/>
          </a:prstGeom>
        </p:spPr>
      </p:pic>
      <p:sp>
        <p:nvSpPr>
          <p:cNvPr id="749" name="Text 695"/>
          <p:cNvSpPr/>
          <p:nvPr/>
        </p:nvSpPr>
        <p:spPr>
          <a:xfrm>
            <a:off x="12057185" y="3403388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CP</a:t>
            </a:r>
            <a:endParaRPr lang="en-US" sz="800" dirty="0"/>
          </a:p>
        </p:txBody>
      </p:sp>
      <p:pic>
        <p:nvPicPr>
          <p:cNvPr id="750" name="Image 52" descr="preencoded.png">    </p:cNvPr>
          <p:cNvPicPr>
            <a:picLocks noChangeAspect="1"/>
          </p:cNvPicPr>
          <p:nvPr/>
        </p:nvPicPr>
        <p:blipFill>
          <a:blip r:embed="rId105"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13405338" y="2908088"/>
            <a:ext cx="457200" cy="457200"/>
          </a:xfrm>
          <a:prstGeom prst="rect">
            <a:avLst/>
          </a:prstGeom>
        </p:spPr>
      </p:pic>
      <p:sp>
        <p:nvSpPr>
          <p:cNvPr id="751" name="Text 696"/>
          <p:cNvSpPr/>
          <p:nvPr/>
        </p:nvSpPr>
        <p:spPr>
          <a:xfrm>
            <a:off x="13367238" y="3403388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DDB</a:t>
            </a:r>
            <a:endParaRPr lang="en-US" sz="800" dirty="0"/>
          </a:p>
        </p:txBody>
      </p:sp>
      <p:pic>
        <p:nvPicPr>
          <p:cNvPr id="752" name="Image 53" descr="preencoded.png">    </p:cNvPr>
          <p:cNvPicPr>
            <a:picLocks noChangeAspect="1"/>
          </p:cNvPicPr>
          <p:nvPr/>
        </p:nvPicPr>
        <p:blipFill>
          <a:blip r:embed="rId107"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14715392" y="2908088"/>
            <a:ext cx="457200" cy="457200"/>
          </a:xfrm>
          <a:prstGeom prst="rect">
            <a:avLst/>
          </a:prstGeom>
        </p:spPr>
      </p:pic>
      <p:sp>
        <p:nvSpPr>
          <p:cNvPr id="753" name="Text 697"/>
          <p:cNvSpPr/>
          <p:nvPr/>
        </p:nvSpPr>
        <p:spPr>
          <a:xfrm>
            <a:off x="14677292" y="3403388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DDB-Tbl</a:t>
            </a:r>
            <a:endParaRPr lang="en-US" sz="800" dirty="0"/>
          </a:p>
        </p:txBody>
      </p:sp>
      <p:pic>
        <p:nvPicPr>
          <p:cNvPr id="754" name="Image 54" descr="preencoded.png">    </p:cNvPr>
          <p:cNvPicPr>
            <a:picLocks noChangeAspect="1"/>
          </p:cNvPicPr>
          <p:nvPr/>
        </p:nvPicPr>
        <p:blipFill>
          <a:blip r:embed="rId109">
            <a:extLs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16025446" y="2908088"/>
            <a:ext cx="457200" cy="457200"/>
          </a:xfrm>
          <a:prstGeom prst="rect">
            <a:avLst/>
          </a:prstGeom>
        </p:spPr>
      </p:pic>
      <p:sp>
        <p:nvSpPr>
          <p:cNvPr id="755" name="Text 698"/>
          <p:cNvSpPr/>
          <p:nvPr/>
        </p:nvSpPr>
        <p:spPr>
          <a:xfrm>
            <a:off x="15987346" y="3403388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DDB-Str</a:t>
            </a:r>
            <a:endParaRPr lang="en-US" sz="800" dirty="0"/>
          </a:p>
        </p:txBody>
      </p:sp>
      <p:pic>
        <p:nvPicPr>
          <p:cNvPr id="756" name="Image 55" descr="preencoded.png">    </p:cNvPr>
          <p:cNvPicPr>
            <a:picLocks noChangeAspect="1"/>
          </p:cNvPicPr>
          <p:nvPr/>
        </p:nvPicPr>
        <p:blipFill>
          <a:blip r:embed="rId111"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3322500" y="5437293"/>
            <a:ext cx="333540" cy="333540"/>
          </a:xfrm>
          <a:prstGeom prst="rect">
            <a:avLst/>
          </a:prstGeom>
        </p:spPr>
      </p:pic>
      <p:sp>
        <p:nvSpPr>
          <p:cNvPr id="757" name="Text 699"/>
          <p:cNvSpPr/>
          <p:nvPr/>
        </p:nvSpPr>
        <p:spPr>
          <a:xfrm>
            <a:off x="3222570" y="5808933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IGW</a:t>
            </a:r>
            <a:endParaRPr lang="en-US" sz="800" dirty="0"/>
          </a:p>
        </p:txBody>
      </p:sp>
      <p:pic>
        <p:nvPicPr>
          <p:cNvPr id="758" name="Image 56" descr="preencoded.png">    </p:cNvPr>
          <p:cNvPicPr>
            <a:picLocks noChangeAspect="1"/>
          </p:cNvPicPr>
          <p:nvPr/>
        </p:nvPicPr>
        <p:blipFill>
          <a:blip r:embed="rId113">
            <a:extLs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6102240" y="5437293"/>
            <a:ext cx="333540" cy="333540"/>
          </a:xfrm>
          <a:prstGeom prst="rect">
            <a:avLst/>
          </a:prstGeom>
        </p:spPr>
      </p:pic>
      <p:sp>
        <p:nvSpPr>
          <p:cNvPr id="759" name="Text 700"/>
          <p:cNvSpPr/>
          <p:nvPr/>
        </p:nvSpPr>
        <p:spPr>
          <a:xfrm>
            <a:off x="6002310" y="5808933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ELB</a:t>
            </a:r>
            <a:endParaRPr lang="en-US" sz="800" dirty="0"/>
          </a:p>
        </p:txBody>
      </p:sp>
      <p:pic>
        <p:nvPicPr>
          <p:cNvPr id="760" name="Image 57" descr="preencoded.png">    </p:cNvPr>
          <p:cNvPicPr>
            <a:picLocks noChangeAspect="1"/>
          </p:cNvPicPr>
          <p:nvPr/>
        </p:nvPicPr>
        <p:blipFill>
          <a:blip r:embed="rId115">
            <a:extLs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8881980" y="5437293"/>
            <a:ext cx="333540" cy="333540"/>
          </a:xfrm>
          <a:prstGeom prst="rect">
            <a:avLst/>
          </a:prstGeom>
        </p:spPr>
      </p:pic>
      <p:sp>
        <p:nvSpPr>
          <p:cNvPr id="761" name="Text 701"/>
          <p:cNvSpPr/>
          <p:nvPr/>
        </p:nvSpPr>
        <p:spPr>
          <a:xfrm>
            <a:off x="8782050" y="5808933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</a:t>
            </a:r>
            <a:endParaRPr lang="en-US" sz="800" dirty="0"/>
          </a:p>
        </p:txBody>
      </p:sp>
      <p:pic>
        <p:nvPicPr>
          <p:cNvPr id="762" name="Image 58" descr="preencoded.png">    </p:cNvPr>
          <p:cNvPicPr>
            <a:picLocks noChangeAspect="1"/>
          </p:cNvPicPr>
          <p:nvPr/>
        </p:nvPicPr>
        <p:blipFill>
          <a:blip r:embed="rId117">
            <a:extLs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11661720" y="5437293"/>
            <a:ext cx="333540" cy="333540"/>
          </a:xfrm>
          <a:prstGeom prst="rect">
            <a:avLst/>
          </a:prstGeom>
        </p:spPr>
      </p:pic>
      <p:sp>
        <p:nvSpPr>
          <p:cNvPr id="763" name="Text 702"/>
          <p:cNvSpPr/>
          <p:nvPr/>
        </p:nvSpPr>
        <p:spPr>
          <a:xfrm>
            <a:off x="11561790" y="5808933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VPC-EP</a:t>
            </a:r>
            <a:endParaRPr lang="en-US" sz="800" dirty="0"/>
          </a:p>
        </p:txBody>
      </p:sp>
      <p:pic>
        <p:nvPicPr>
          <p:cNvPr id="764" name="Image 59" descr="preencoded.png">    </p:cNvPr>
          <p:cNvPicPr>
            <a:picLocks noChangeAspect="1"/>
          </p:cNvPicPr>
          <p:nvPr/>
        </p:nvPicPr>
        <p:blipFill>
          <a:blip r:embed="rId119">
            <a:extLs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14441460" y="5437293"/>
            <a:ext cx="333540" cy="333540"/>
          </a:xfrm>
          <a:prstGeom prst="rect">
            <a:avLst/>
          </a:prstGeom>
        </p:spPr>
      </p:pic>
      <p:sp>
        <p:nvSpPr>
          <p:cNvPr id="765" name="Text 703"/>
          <p:cNvSpPr/>
          <p:nvPr/>
        </p:nvSpPr>
        <p:spPr>
          <a:xfrm>
            <a:off x="14341530" y="5808933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Flow-Log</a:t>
            </a:r>
            <a:endParaRPr lang="en-US" sz="800" dirty="0"/>
          </a:p>
        </p:txBody>
      </p:sp>
      <p:pic>
        <p:nvPicPr>
          <p:cNvPr id="766" name="Image 60" descr="preencoded.png">    </p:cNvPr>
          <p:cNvPicPr>
            <a:picLocks noChangeAspect="1"/>
          </p:cNvPicPr>
          <p:nvPr/>
        </p:nvPicPr>
        <p:blipFill>
          <a:blip r:embed="rId121">
            <a:extLs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4679840" y="6666183"/>
            <a:ext cx="412970" cy="412970"/>
          </a:xfrm>
          <a:prstGeom prst="rect">
            <a:avLst/>
          </a:prstGeom>
        </p:spPr>
      </p:pic>
      <p:sp>
        <p:nvSpPr>
          <p:cNvPr id="767" name="Text 704"/>
          <p:cNvSpPr/>
          <p:nvPr/>
        </p:nvSpPr>
        <p:spPr>
          <a:xfrm>
            <a:off x="4619625" y="7117252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NATGW</a:t>
            </a:r>
            <a:endParaRPr lang="en-US" sz="800" dirty="0"/>
          </a:p>
        </p:txBody>
      </p:sp>
      <p:pic>
        <p:nvPicPr>
          <p:cNvPr id="768" name="Image 61" descr="preencoded.png">    </p:cNvPr>
          <p:cNvPicPr>
            <a:picLocks noChangeAspect="1"/>
          </p:cNvPicPr>
          <p:nvPr/>
        </p:nvPicPr>
        <p:blipFill>
          <a:blip r:embed="rId123">
            <a:extLs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>
            <a:off x="1259205" y="8070082"/>
            <a:ext cx="457200" cy="457200"/>
          </a:xfrm>
          <a:prstGeom prst="rect">
            <a:avLst/>
          </a:prstGeom>
        </p:spPr>
      </p:pic>
      <p:sp>
        <p:nvSpPr>
          <p:cNvPr id="769" name="Text 705"/>
          <p:cNvSpPr/>
          <p:nvPr/>
        </p:nvSpPr>
        <p:spPr>
          <a:xfrm>
            <a:off x="1221105" y="8565382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EC2</a:t>
            </a:r>
            <a:endParaRPr lang="en-US" sz="800" dirty="0"/>
          </a:p>
        </p:txBody>
      </p:sp>
      <p:pic>
        <p:nvPicPr>
          <p:cNvPr id="770" name="Image 62" descr="preencoded.png">    </p:cNvPr>
          <p:cNvPicPr>
            <a:picLocks noChangeAspect="1"/>
          </p:cNvPicPr>
          <p:nvPr/>
        </p:nvPicPr>
        <p:blipFill>
          <a:blip r:embed="rId125">
            <a:extLst>
              <a:ext uri="{96DAC541-7B7A-43D3-8B79-37D633B846F1}">
                <asvg:svgBlip xmlns:asvg="http://schemas.microsoft.com/office/drawing/2016/SVG/main" r:embed="rId126"/>
              </a:ext>
            </a:extLst>
          </a:blip>
          <a:stretch>
            <a:fillRect/>
          </a:stretch>
        </p:blipFill>
        <p:spPr>
          <a:xfrm>
            <a:off x="1792605" y="8070082"/>
            <a:ext cx="457200" cy="457200"/>
          </a:xfrm>
          <a:prstGeom prst="rect">
            <a:avLst/>
          </a:prstGeom>
        </p:spPr>
      </p:pic>
      <p:sp>
        <p:nvSpPr>
          <p:cNvPr id="771" name="Text 706"/>
          <p:cNvSpPr/>
          <p:nvPr/>
        </p:nvSpPr>
        <p:spPr>
          <a:xfrm>
            <a:off x="1754505" y="8565382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EC2-Inst</a:t>
            </a:r>
            <a:endParaRPr lang="en-US" sz="800" dirty="0"/>
          </a:p>
        </p:txBody>
      </p:sp>
      <p:pic>
        <p:nvPicPr>
          <p:cNvPr id="772" name="Image 63" descr="preencoded.png">    </p:cNvPr>
          <p:cNvPicPr>
            <a:picLocks noChangeAspect="1"/>
          </p:cNvPicPr>
          <p:nvPr/>
        </p:nvPicPr>
        <p:blipFill>
          <a:blip r:embed="rId127">
            <a:extLs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1259205" y="8774932"/>
            <a:ext cx="457200" cy="457200"/>
          </a:xfrm>
          <a:prstGeom prst="rect">
            <a:avLst/>
          </a:prstGeom>
        </p:spPr>
      </p:pic>
      <p:sp>
        <p:nvSpPr>
          <p:cNvPr id="773" name="Text 707"/>
          <p:cNvSpPr/>
          <p:nvPr/>
        </p:nvSpPr>
        <p:spPr>
          <a:xfrm>
            <a:off x="1221105" y="9270232"/>
            <a:ext cx="53340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EBS-Vol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7091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Legend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66666"/>
                </a:solidFill>
              </a:rPr>
              <a:t>Icon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23544" y="7040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66666"/>
                </a:solidFill>
              </a:rPr>
              <a:t>Abbr.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463040" y="704088"/>
            <a:ext cx="3285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66666"/>
                </a:solidFill>
              </a:rPr>
              <a:t>Official name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775835" y="70408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66666"/>
                </a:solidFill>
              </a:rPr>
              <a:t>Icon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196459" y="7040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66666"/>
                </a:solidFill>
              </a:rPr>
              <a:t>Abbr.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35955" y="704088"/>
            <a:ext cx="3285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66666"/>
                </a:solidFill>
              </a:rPr>
              <a:t>Official name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048750" y="70408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66666"/>
                </a:solidFill>
              </a:rPr>
              <a:t>Icon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469374" y="7040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66666"/>
                </a:solidFill>
              </a:rPr>
              <a:t>Abbr.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008870" y="704088"/>
            <a:ext cx="3285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66666"/>
                </a:solidFill>
              </a:rPr>
              <a:t>Official name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3321665" y="70408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66666"/>
                </a:solidFill>
              </a:rPr>
              <a:t>Icon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3742289" y="7040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66666"/>
                </a:solidFill>
              </a:rPr>
              <a:t>Abbr.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4281785" y="704088"/>
            <a:ext cx="3285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66666"/>
                </a:solidFill>
              </a:rPr>
              <a:t>Official name</a:t>
            </a:r>
            <a:endParaRPr lang="en-US" sz="7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960120"/>
            <a:ext cx="182880" cy="1828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58952" y="9509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R53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1463040" y="950976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Route 53</a:t>
            </a:r>
            <a:endParaRPr lang="en-US" sz="6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1252728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58952" y="12435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R53-Zone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1463040" y="1243584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Route 53 Hosted Zone</a:t>
            </a:r>
            <a:endParaRPr lang="en-US" sz="6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920" y="1545336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58952" y="153619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CF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1463040" y="1536192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CloudFront</a:t>
            </a:r>
            <a:endParaRPr lang="en-US" sz="6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2920" y="1837944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8952" y="18288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CF-Dist</a:t>
            </a:r>
            <a:endParaRPr lang="en-US" sz="700" dirty="0"/>
          </a:p>
        </p:txBody>
      </p:sp>
      <p:sp>
        <p:nvSpPr>
          <p:cNvPr id="26" name="Text 20"/>
          <p:cNvSpPr/>
          <p:nvPr/>
        </p:nvSpPr>
        <p:spPr>
          <a:xfrm>
            <a:off x="1463040" y="1828800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CloudFront Distribution</a:t>
            </a:r>
            <a:endParaRPr lang="en-US" sz="6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2920" y="2130552"/>
            <a:ext cx="182880" cy="1828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58952" y="21214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WAF</a:t>
            </a:r>
            <a:endParaRPr lang="en-US" sz="700" dirty="0"/>
          </a:p>
        </p:txBody>
      </p:sp>
      <p:sp>
        <p:nvSpPr>
          <p:cNvPr id="29" name="Text 22"/>
          <p:cNvSpPr/>
          <p:nvPr/>
        </p:nvSpPr>
        <p:spPr>
          <a:xfrm>
            <a:off x="1463040" y="2121408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AWS WAF</a:t>
            </a:r>
            <a:endParaRPr lang="en-US" sz="6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2920" y="2423160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8952" y="24140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IAM</a:t>
            </a:r>
            <a:endParaRPr lang="en-US" sz="700" dirty="0"/>
          </a:p>
        </p:txBody>
      </p:sp>
      <p:sp>
        <p:nvSpPr>
          <p:cNvPr id="32" name="Text 24"/>
          <p:cNvSpPr/>
          <p:nvPr/>
        </p:nvSpPr>
        <p:spPr>
          <a:xfrm>
            <a:off x="1463040" y="2414016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AWS Identity and Access Management</a:t>
            </a:r>
            <a:endParaRPr lang="en-US" sz="65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2920" y="2715768"/>
            <a:ext cx="182880" cy="18288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58952" y="27066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IAM-Role</a:t>
            </a:r>
            <a:endParaRPr lang="en-US" sz="700" dirty="0"/>
          </a:p>
        </p:txBody>
      </p:sp>
      <p:sp>
        <p:nvSpPr>
          <p:cNvPr id="35" name="Text 26"/>
          <p:cNvSpPr/>
          <p:nvPr/>
        </p:nvSpPr>
        <p:spPr>
          <a:xfrm>
            <a:off x="1463040" y="2706624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AWS IAM Role</a:t>
            </a:r>
            <a:endParaRPr lang="en-US" sz="65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02920" y="3008376"/>
            <a:ext cx="182880" cy="18288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58952" y="299923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Lambda</a:t>
            </a:r>
            <a:endParaRPr lang="en-US" sz="700" dirty="0"/>
          </a:p>
        </p:txBody>
      </p:sp>
      <p:sp>
        <p:nvSpPr>
          <p:cNvPr id="38" name="Text 28"/>
          <p:cNvSpPr/>
          <p:nvPr/>
        </p:nvSpPr>
        <p:spPr>
          <a:xfrm>
            <a:off x="1463040" y="2999232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AWS Lambda</a:t>
            </a:r>
            <a:endParaRPr lang="en-US" sz="65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02920" y="3300984"/>
            <a:ext cx="182880" cy="18288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58952" y="32918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Fn</a:t>
            </a:r>
            <a:endParaRPr lang="en-US" sz="700" dirty="0"/>
          </a:p>
        </p:txBody>
      </p:sp>
      <p:sp>
        <p:nvSpPr>
          <p:cNvPr id="41" name="Text 30"/>
          <p:cNvSpPr/>
          <p:nvPr/>
        </p:nvSpPr>
        <p:spPr>
          <a:xfrm>
            <a:off x="1463040" y="3291840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AWS Lambda Function</a:t>
            </a:r>
            <a:endParaRPr lang="en-US" sz="65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02920" y="3593592"/>
            <a:ext cx="182880" cy="18288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58952" y="35844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S3</a:t>
            </a:r>
            <a:endParaRPr lang="en-US" sz="700" dirty="0"/>
          </a:p>
        </p:txBody>
      </p:sp>
      <p:sp>
        <p:nvSpPr>
          <p:cNvPr id="44" name="Text 32"/>
          <p:cNvSpPr/>
          <p:nvPr/>
        </p:nvSpPr>
        <p:spPr>
          <a:xfrm>
            <a:off x="1463040" y="3584448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Simple Storage Service</a:t>
            </a:r>
            <a:endParaRPr lang="en-US" sz="65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02920" y="3886200"/>
            <a:ext cx="182880" cy="18288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758952" y="38770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S3-Bkt</a:t>
            </a:r>
            <a:endParaRPr lang="en-US" sz="700" dirty="0"/>
          </a:p>
        </p:txBody>
      </p:sp>
      <p:sp>
        <p:nvSpPr>
          <p:cNvPr id="47" name="Text 34"/>
          <p:cNvSpPr/>
          <p:nvPr/>
        </p:nvSpPr>
        <p:spPr>
          <a:xfrm>
            <a:off x="1463040" y="3877056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S3 Bucket</a:t>
            </a:r>
            <a:endParaRPr lang="en-US" sz="650" dirty="0"/>
          </a:p>
        </p:txBody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02920" y="4178808"/>
            <a:ext cx="182880" cy="182880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758952" y="41696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CW</a:t>
            </a:r>
            <a:endParaRPr lang="en-US" sz="700" dirty="0"/>
          </a:p>
        </p:txBody>
      </p:sp>
      <p:sp>
        <p:nvSpPr>
          <p:cNvPr id="50" name="Text 36"/>
          <p:cNvSpPr/>
          <p:nvPr/>
        </p:nvSpPr>
        <p:spPr>
          <a:xfrm>
            <a:off x="1463040" y="4169664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CloudWatch</a:t>
            </a:r>
            <a:endParaRPr lang="en-US" sz="650" dirty="0"/>
          </a:p>
        </p:txBody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02920" y="4471416"/>
            <a:ext cx="182880" cy="182880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758952" y="44622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CW-Alm</a:t>
            </a:r>
            <a:endParaRPr lang="en-US" sz="700" dirty="0"/>
          </a:p>
        </p:txBody>
      </p:sp>
      <p:sp>
        <p:nvSpPr>
          <p:cNvPr id="53" name="Text 38"/>
          <p:cNvSpPr/>
          <p:nvPr/>
        </p:nvSpPr>
        <p:spPr>
          <a:xfrm>
            <a:off x="1463040" y="4462272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CloudWatch Alarm</a:t>
            </a:r>
            <a:endParaRPr lang="en-US" sz="650" dirty="0"/>
          </a:p>
        </p:txBody>
      </p:sp>
      <p:pic>
        <p:nvPicPr>
          <p:cNvPr id="54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02920" y="4764024"/>
            <a:ext cx="182880" cy="182880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758952" y="47548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CW-Log</a:t>
            </a:r>
            <a:endParaRPr lang="en-US" sz="700" dirty="0"/>
          </a:p>
        </p:txBody>
      </p:sp>
      <p:sp>
        <p:nvSpPr>
          <p:cNvPr id="56" name="Text 40"/>
          <p:cNvSpPr/>
          <p:nvPr/>
        </p:nvSpPr>
        <p:spPr>
          <a:xfrm>
            <a:off x="1463040" y="4754880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CloudWatch Logs</a:t>
            </a:r>
            <a:endParaRPr lang="en-US" sz="650" dirty="0"/>
          </a:p>
        </p:txBody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02920" y="5056632"/>
            <a:ext cx="182880" cy="182880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758952" y="50474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SF</a:t>
            </a:r>
            <a:endParaRPr lang="en-US" sz="700" dirty="0"/>
          </a:p>
        </p:txBody>
      </p:sp>
      <p:sp>
        <p:nvSpPr>
          <p:cNvPr id="59" name="Text 42"/>
          <p:cNvSpPr/>
          <p:nvPr/>
        </p:nvSpPr>
        <p:spPr>
          <a:xfrm>
            <a:off x="1463040" y="5047488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AWS Step Functions</a:t>
            </a:r>
            <a:endParaRPr lang="en-US" sz="650" dirty="0"/>
          </a:p>
        </p:txBody>
      </p:sp>
      <p:pic>
        <p:nvPicPr>
          <p:cNvPr id="60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02920" y="5349240"/>
            <a:ext cx="182880" cy="182880"/>
          </a:xfrm>
          <a:prstGeom prst="rect">
            <a:avLst/>
          </a:prstGeom>
        </p:spPr>
      </p:pic>
      <p:sp>
        <p:nvSpPr>
          <p:cNvPr id="61" name="Text 43"/>
          <p:cNvSpPr/>
          <p:nvPr/>
        </p:nvSpPr>
        <p:spPr>
          <a:xfrm>
            <a:off x="758952" y="534009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CP</a:t>
            </a:r>
            <a:endParaRPr lang="en-US" sz="700" dirty="0"/>
          </a:p>
        </p:txBody>
      </p:sp>
      <p:sp>
        <p:nvSpPr>
          <p:cNvPr id="62" name="Text 44"/>
          <p:cNvSpPr/>
          <p:nvPr/>
        </p:nvSpPr>
        <p:spPr>
          <a:xfrm>
            <a:off x="1463040" y="5340096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AWS CodePipeline</a:t>
            </a:r>
            <a:endParaRPr lang="en-US" sz="650" dirty="0"/>
          </a:p>
        </p:txBody>
      </p:sp>
      <p:pic>
        <p:nvPicPr>
          <p:cNvPr id="63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02920" y="5641848"/>
            <a:ext cx="182880" cy="182880"/>
          </a:xfrm>
          <a:prstGeom prst="rect">
            <a:avLst/>
          </a:prstGeom>
        </p:spPr>
      </p:pic>
      <p:sp>
        <p:nvSpPr>
          <p:cNvPr id="64" name="Text 45"/>
          <p:cNvSpPr/>
          <p:nvPr/>
        </p:nvSpPr>
        <p:spPr>
          <a:xfrm>
            <a:off x="758952" y="56327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DDB</a:t>
            </a:r>
            <a:endParaRPr lang="en-US" sz="700" dirty="0"/>
          </a:p>
        </p:txBody>
      </p:sp>
      <p:sp>
        <p:nvSpPr>
          <p:cNvPr id="65" name="Text 46"/>
          <p:cNvSpPr/>
          <p:nvPr/>
        </p:nvSpPr>
        <p:spPr>
          <a:xfrm>
            <a:off x="1463040" y="5632704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DynamoDB</a:t>
            </a:r>
            <a:endParaRPr lang="en-US" sz="650" dirty="0"/>
          </a:p>
        </p:txBody>
      </p:sp>
      <p:pic>
        <p:nvPicPr>
          <p:cNvPr id="66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02920" y="5934456"/>
            <a:ext cx="182880" cy="182880"/>
          </a:xfrm>
          <a:prstGeom prst="rect">
            <a:avLst/>
          </a:prstGeom>
        </p:spPr>
      </p:pic>
      <p:sp>
        <p:nvSpPr>
          <p:cNvPr id="67" name="Text 47"/>
          <p:cNvSpPr/>
          <p:nvPr/>
        </p:nvSpPr>
        <p:spPr>
          <a:xfrm>
            <a:off x="758952" y="59253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DDB-Tbl</a:t>
            </a:r>
            <a:endParaRPr lang="en-US" sz="700" dirty="0"/>
          </a:p>
        </p:txBody>
      </p:sp>
      <p:sp>
        <p:nvSpPr>
          <p:cNvPr id="68" name="Text 48"/>
          <p:cNvSpPr/>
          <p:nvPr/>
        </p:nvSpPr>
        <p:spPr>
          <a:xfrm>
            <a:off x="1463040" y="5925312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DynamoDB Table</a:t>
            </a:r>
            <a:endParaRPr lang="en-US" sz="650" dirty="0"/>
          </a:p>
        </p:txBody>
      </p:sp>
      <p:pic>
        <p:nvPicPr>
          <p:cNvPr id="69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502920" y="6227064"/>
            <a:ext cx="182880" cy="182880"/>
          </a:xfrm>
          <a:prstGeom prst="rect">
            <a:avLst/>
          </a:prstGeom>
        </p:spPr>
      </p:pic>
      <p:sp>
        <p:nvSpPr>
          <p:cNvPr id="70" name="Text 49"/>
          <p:cNvSpPr/>
          <p:nvPr/>
        </p:nvSpPr>
        <p:spPr>
          <a:xfrm>
            <a:off x="758952" y="62179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DDB-Str</a:t>
            </a:r>
            <a:endParaRPr lang="en-US" sz="700" dirty="0"/>
          </a:p>
        </p:txBody>
      </p:sp>
      <p:sp>
        <p:nvSpPr>
          <p:cNvPr id="71" name="Text 50"/>
          <p:cNvSpPr/>
          <p:nvPr/>
        </p:nvSpPr>
        <p:spPr>
          <a:xfrm>
            <a:off x="1463040" y="6217920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DynamoDB Stream</a:t>
            </a:r>
            <a:endParaRPr lang="en-US" sz="650" dirty="0"/>
          </a:p>
        </p:txBody>
      </p:sp>
      <p:pic>
        <p:nvPicPr>
          <p:cNvPr id="72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02920" y="6519672"/>
            <a:ext cx="182880" cy="182880"/>
          </a:xfrm>
          <a:prstGeom prst="rect">
            <a:avLst/>
          </a:prstGeom>
        </p:spPr>
      </p:pic>
      <p:sp>
        <p:nvSpPr>
          <p:cNvPr id="73" name="Text 51"/>
          <p:cNvSpPr/>
          <p:nvPr/>
        </p:nvSpPr>
        <p:spPr>
          <a:xfrm>
            <a:off x="758952" y="651052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SNS</a:t>
            </a:r>
            <a:endParaRPr lang="en-US" sz="700" dirty="0"/>
          </a:p>
        </p:txBody>
      </p:sp>
      <p:sp>
        <p:nvSpPr>
          <p:cNvPr id="74" name="Text 52"/>
          <p:cNvSpPr/>
          <p:nvPr/>
        </p:nvSpPr>
        <p:spPr>
          <a:xfrm>
            <a:off x="1463040" y="6510528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Simple Notification Service</a:t>
            </a:r>
            <a:endParaRPr lang="en-US" sz="650" dirty="0"/>
          </a:p>
        </p:txBody>
      </p:sp>
      <p:pic>
        <p:nvPicPr>
          <p:cNvPr id="75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502920" y="6812280"/>
            <a:ext cx="182880" cy="182880"/>
          </a:xfrm>
          <a:prstGeom prst="rect">
            <a:avLst/>
          </a:prstGeom>
        </p:spPr>
      </p:pic>
      <p:sp>
        <p:nvSpPr>
          <p:cNvPr id="76" name="Text 53"/>
          <p:cNvSpPr/>
          <p:nvPr/>
        </p:nvSpPr>
        <p:spPr>
          <a:xfrm>
            <a:off x="758952" y="68031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SNS-Top</a:t>
            </a:r>
            <a:endParaRPr lang="en-US" sz="700" dirty="0"/>
          </a:p>
        </p:txBody>
      </p:sp>
      <p:sp>
        <p:nvSpPr>
          <p:cNvPr id="77" name="Text 54"/>
          <p:cNvSpPr/>
          <p:nvPr/>
        </p:nvSpPr>
        <p:spPr>
          <a:xfrm>
            <a:off x="1463040" y="6803136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SNS Topic</a:t>
            </a:r>
            <a:endParaRPr lang="en-US" sz="650" dirty="0"/>
          </a:p>
        </p:txBody>
      </p:sp>
      <p:pic>
        <p:nvPicPr>
          <p:cNvPr id="78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502920" y="7104888"/>
            <a:ext cx="182880" cy="182880"/>
          </a:xfrm>
          <a:prstGeom prst="rect">
            <a:avLst/>
          </a:prstGeom>
        </p:spPr>
      </p:pic>
      <p:sp>
        <p:nvSpPr>
          <p:cNvPr id="79" name="Text 55"/>
          <p:cNvSpPr/>
          <p:nvPr/>
        </p:nvSpPr>
        <p:spPr>
          <a:xfrm>
            <a:off x="758952" y="70957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SQS</a:t>
            </a:r>
            <a:endParaRPr lang="en-US" sz="700" dirty="0"/>
          </a:p>
        </p:txBody>
      </p:sp>
      <p:sp>
        <p:nvSpPr>
          <p:cNvPr id="80" name="Text 56"/>
          <p:cNvSpPr/>
          <p:nvPr/>
        </p:nvSpPr>
        <p:spPr>
          <a:xfrm>
            <a:off x="1463040" y="7095744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Simple Queue Service</a:t>
            </a:r>
            <a:endParaRPr lang="en-US" sz="650" dirty="0"/>
          </a:p>
        </p:txBody>
      </p:sp>
      <p:pic>
        <p:nvPicPr>
          <p:cNvPr id="81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502920" y="7397496"/>
            <a:ext cx="182880" cy="182880"/>
          </a:xfrm>
          <a:prstGeom prst="rect">
            <a:avLst/>
          </a:prstGeom>
        </p:spPr>
      </p:pic>
      <p:sp>
        <p:nvSpPr>
          <p:cNvPr id="82" name="Text 57"/>
          <p:cNvSpPr/>
          <p:nvPr/>
        </p:nvSpPr>
        <p:spPr>
          <a:xfrm>
            <a:off x="758952" y="73883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SQS-Q</a:t>
            </a:r>
            <a:endParaRPr lang="en-US" sz="700" dirty="0"/>
          </a:p>
        </p:txBody>
      </p:sp>
      <p:sp>
        <p:nvSpPr>
          <p:cNvPr id="83" name="Text 58"/>
          <p:cNvSpPr/>
          <p:nvPr/>
        </p:nvSpPr>
        <p:spPr>
          <a:xfrm>
            <a:off x="1463040" y="7388352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SQS Queue</a:t>
            </a:r>
            <a:endParaRPr lang="en-US" sz="650" dirty="0"/>
          </a:p>
        </p:txBody>
      </p:sp>
      <p:pic>
        <p:nvPicPr>
          <p:cNvPr id="84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502920" y="7690104"/>
            <a:ext cx="182880" cy="182880"/>
          </a:xfrm>
          <a:prstGeom prst="rect">
            <a:avLst/>
          </a:prstGeom>
        </p:spPr>
      </p:pic>
      <p:sp>
        <p:nvSpPr>
          <p:cNvPr id="85" name="Text 59"/>
          <p:cNvSpPr/>
          <p:nvPr/>
        </p:nvSpPr>
        <p:spPr>
          <a:xfrm>
            <a:off x="758952" y="76809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SQS-Msg</a:t>
            </a:r>
            <a:endParaRPr lang="en-US" sz="700" dirty="0"/>
          </a:p>
        </p:txBody>
      </p:sp>
      <p:sp>
        <p:nvSpPr>
          <p:cNvPr id="86" name="Text 60"/>
          <p:cNvSpPr/>
          <p:nvPr/>
        </p:nvSpPr>
        <p:spPr>
          <a:xfrm>
            <a:off x="1463040" y="7680960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SQS Message</a:t>
            </a:r>
            <a:endParaRPr lang="en-US" sz="650" dirty="0"/>
          </a:p>
        </p:txBody>
      </p:sp>
      <p:pic>
        <p:nvPicPr>
          <p:cNvPr id="87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502920" y="7982712"/>
            <a:ext cx="182880" cy="182880"/>
          </a:xfrm>
          <a:prstGeom prst="rect">
            <a:avLst/>
          </a:prstGeom>
        </p:spPr>
      </p:pic>
      <p:sp>
        <p:nvSpPr>
          <p:cNvPr id="88" name="Text 61"/>
          <p:cNvSpPr/>
          <p:nvPr/>
        </p:nvSpPr>
        <p:spPr>
          <a:xfrm>
            <a:off x="758952" y="797356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EB</a:t>
            </a:r>
            <a:endParaRPr lang="en-US" sz="700" dirty="0"/>
          </a:p>
        </p:txBody>
      </p:sp>
      <p:sp>
        <p:nvSpPr>
          <p:cNvPr id="89" name="Text 62"/>
          <p:cNvSpPr/>
          <p:nvPr/>
        </p:nvSpPr>
        <p:spPr>
          <a:xfrm>
            <a:off x="1463040" y="7973568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EventBridge</a:t>
            </a:r>
            <a:endParaRPr lang="en-US" sz="650" dirty="0"/>
          </a:p>
        </p:txBody>
      </p:sp>
      <p:pic>
        <p:nvPicPr>
          <p:cNvPr id="90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502920" y="8275320"/>
            <a:ext cx="182880" cy="182880"/>
          </a:xfrm>
          <a:prstGeom prst="rect">
            <a:avLst/>
          </a:prstGeom>
        </p:spPr>
      </p:pic>
      <p:sp>
        <p:nvSpPr>
          <p:cNvPr id="91" name="Text 63"/>
          <p:cNvSpPr/>
          <p:nvPr/>
        </p:nvSpPr>
        <p:spPr>
          <a:xfrm>
            <a:off x="758952" y="82661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EB-Bus</a:t>
            </a:r>
            <a:endParaRPr lang="en-US" sz="700" dirty="0"/>
          </a:p>
        </p:txBody>
      </p:sp>
      <p:sp>
        <p:nvSpPr>
          <p:cNvPr id="92" name="Text 64"/>
          <p:cNvSpPr/>
          <p:nvPr/>
        </p:nvSpPr>
        <p:spPr>
          <a:xfrm>
            <a:off x="1463040" y="8266176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EventBridge Custom Bus</a:t>
            </a:r>
            <a:endParaRPr lang="en-US" sz="650" dirty="0"/>
          </a:p>
        </p:txBody>
      </p:sp>
      <p:pic>
        <p:nvPicPr>
          <p:cNvPr id="93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502920" y="8567928"/>
            <a:ext cx="182880" cy="182880"/>
          </a:xfrm>
          <a:prstGeom prst="rect">
            <a:avLst/>
          </a:prstGeom>
        </p:spPr>
      </p:pic>
      <p:sp>
        <p:nvSpPr>
          <p:cNvPr id="94" name="Text 65"/>
          <p:cNvSpPr/>
          <p:nvPr/>
        </p:nvSpPr>
        <p:spPr>
          <a:xfrm>
            <a:off x="758952" y="85587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EB-Rule</a:t>
            </a:r>
            <a:endParaRPr lang="en-US" sz="700" dirty="0"/>
          </a:p>
        </p:txBody>
      </p:sp>
      <p:sp>
        <p:nvSpPr>
          <p:cNvPr id="95" name="Text 66"/>
          <p:cNvSpPr/>
          <p:nvPr/>
        </p:nvSpPr>
        <p:spPr>
          <a:xfrm>
            <a:off x="1463040" y="8558784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EventBridge Rule</a:t>
            </a:r>
            <a:endParaRPr lang="en-US" sz="650" dirty="0"/>
          </a:p>
        </p:txBody>
      </p:sp>
      <p:pic>
        <p:nvPicPr>
          <p:cNvPr id="96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02920" y="8860536"/>
            <a:ext cx="182880" cy="182880"/>
          </a:xfrm>
          <a:prstGeom prst="rect">
            <a:avLst/>
          </a:prstGeom>
        </p:spPr>
      </p:pic>
      <p:sp>
        <p:nvSpPr>
          <p:cNvPr id="97" name="Text 67"/>
          <p:cNvSpPr/>
          <p:nvPr/>
        </p:nvSpPr>
        <p:spPr>
          <a:xfrm>
            <a:off x="758952" y="885139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Macie</a:t>
            </a:r>
            <a:endParaRPr lang="en-US" sz="700" dirty="0"/>
          </a:p>
        </p:txBody>
      </p:sp>
      <p:sp>
        <p:nvSpPr>
          <p:cNvPr id="98" name="Text 68"/>
          <p:cNvSpPr/>
          <p:nvPr/>
        </p:nvSpPr>
        <p:spPr>
          <a:xfrm>
            <a:off x="1463040" y="8851392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Macie</a:t>
            </a:r>
            <a:endParaRPr lang="en-US" sz="650" dirty="0"/>
          </a:p>
        </p:txBody>
      </p:sp>
      <p:pic>
        <p:nvPicPr>
          <p:cNvPr id="99" name="Image 28" descr="preencoded.png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502920" y="9153144"/>
            <a:ext cx="182880" cy="182880"/>
          </a:xfrm>
          <a:prstGeom prst="rect">
            <a:avLst/>
          </a:prstGeom>
        </p:spPr>
      </p:pic>
      <p:sp>
        <p:nvSpPr>
          <p:cNvPr id="100" name="Text 69"/>
          <p:cNvSpPr/>
          <p:nvPr/>
        </p:nvSpPr>
        <p:spPr>
          <a:xfrm>
            <a:off x="758952" y="91440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IGW</a:t>
            </a:r>
            <a:endParaRPr lang="en-US" sz="700" dirty="0"/>
          </a:p>
        </p:txBody>
      </p:sp>
      <p:sp>
        <p:nvSpPr>
          <p:cNvPr id="101" name="Text 70"/>
          <p:cNvSpPr/>
          <p:nvPr/>
        </p:nvSpPr>
        <p:spPr>
          <a:xfrm>
            <a:off x="1463040" y="9144000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VPC Internet Gateway</a:t>
            </a:r>
            <a:endParaRPr lang="en-US" sz="650" dirty="0"/>
          </a:p>
        </p:txBody>
      </p:sp>
      <p:pic>
        <p:nvPicPr>
          <p:cNvPr id="102" name="Image 29" descr="preencoded.png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502920" y="9445752"/>
            <a:ext cx="182880" cy="182880"/>
          </a:xfrm>
          <a:prstGeom prst="rect">
            <a:avLst/>
          </a:prstGeom>
        </p:spPr>
      </p:pic>
      <p:sp>
        <p:nvSpPr>
          <p:cNvPr id="103" name="Text 71"/>
          <p:cNvSpPr/>
          <p:nvPr/>
        </p:nvSpPr>
        <p:spPr>
          <a:xfrm>
            <a:off x="758952" y="94366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ELB</a:t>
            </a:r>
            <a:endParaRPr lang="en-US" sz="700" dirty="0"/>
          </a:p>
        </p:txBody>
      </p:sp>
      <p:sp>
        <p:nvSpPr>
          <p:cNvPr id="104" name="Text 72"/>
          <p:cNvSpPr/>
          <p:nvPr/>
        </p:nvSpPr>
        <p:spPr>
          <a:xfrm>
            <a:off x="1463040" y="9436608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Elastic Load Balancing</a:t>
            </a:r>
            <a:endParaRPr lang="en-US" sz="650" dirty="0"/>
          </a:p>
        </p:txBody>
      </p:sp>
      <p:pic>
        <p:nvPicPr>
          <p:cNvPr id="105" name="Image 30" descr="preencoded.png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502920" y="9738360"/>
            <a:ext cx="182880" cy="182880"/>
          </a:xfrm>
          <a:prstGeom prst="rect">
            <a:avLst/>
          </a:prstGeom>
        </p:spPr>
      </p:pic>
      <p:sp>
        <p:nvSpPr>
          <p:cNvPr id="106" name="Text 73"/>
          <p:cNvSpPr/>
          <p:nvPr/>
        </p:nvSpPr>
        <p:spPr>
          <a:xfrm>
            <a:off x="758952" y="97292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</a:t>
            </a:r>
            <a:endParaRPr lang="en-US" sz="700" dirty="0"/>
          </a:p>
        </p:txBody>
      </p:sp>
      <p:sp>
        <p:nvSpPr>
          <p:cNvPr id="107" name="Text 74"/>
          <p:cNvSpPr/>
          <p:nvPr/>
        </p:nvSpPr>
        <p:spPr>
          <a:xfrm>
            <a:off x="1463040" y="9729216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AWS Secrets Manager</a:t>
            </a:r>
            <a:endParaRPr lang="en-US" sz="650" dirty="0"/>
          </a:p>
        </p:txBody>
      </p:sp>
      <p:pic>
        <p:nvPicPr>
          <p:cNvPr id="108" name="Image 31" descr="preencoded.png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502920" y="10030968"/>
            <a:ext cx="182880" cy="182880"/>
          </a:xfrm>
          <a:prstGeom prst="rect">
            <a:avLst/>
          </a:prstGeom>
        </p:spPr>
      </p:pic>
      <p:sp>
        <p:nvSpPr>
          <p:cNvPr id="109" name="Text 75"/>
          <p:cNvSpPr/>
          <p:nvPr/>
        </p:nvSpPr>
        <p:spPr>
          <a:xfrm>
            <a:off x="758952" y="100218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VPC-EP</a:t>
            </a:r>
            <a:endParaRPr lang="en-US" sz="700" dirty="0"/>
          </a:p>
        </p:txBody>
      </p:sp>
      <p:sp>
        <p:nvSpPr>
          <p:cNvPr id="110" name="Text 76"/>
          <p:cNvSpPr/>
          <p:nvPr/>
        </p:nvSpPr>
        <p:spPr>
          <a:xfrm>
            <a:off x="1463040" y="10021824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VPC Endpoints</a:t>
            </a:r>
            <a:endParaRPr lang="en-US" sz="650" dirty="0"/>
          </a:p>
        </p:txBody>
      </p:sp>
      <p:pic>
        <p:nvPicPr>
          <p:cNvPr id="111" name="Image 32" descr="preencoded.png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502920" y="10323576"/>
            <a:ext cx="182880" cy="182880"/>
          </a:xfrm>
          <a:prstGeom prst="rect">
            <a:avLst/>
          </a:prstGeom>
        </p:spPr>
      </p:pic>
      <p:sp>
        <p:nvSpPr>
          <p:cNvPr id="112" name="Text 77"/>
          <p:cNvSpPr/>
          <p:nvPr/>
        </p:nvSpPr>
        <p:spPr>
          <a:xfrm>
            <a:off x="758952" y="1031443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Flow-Log</a:t>
            </a:r>
            <a:endParaRPr lang="en-US" sz="700" dirty="0"/>
          </a:p>
        </p:txBody>
      </p:sp>
      <p:sp>
        <p:nvSpPr>
          <p:cNvPr id="113" name="Text 78"/>
          <p:cNvSpPr/>
          <p:nvPr/>
        </p:nvSpPr>
        <p:spPr>
          <a:xfrm>
            <a:off x="1463040" y="10314432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VPC Flow Logs</a:t>
            </a:r>
            <a:endParaRPr lang="en-US" sz="650" dirty="0"/>
          </a:p>
        </p:txBody>
      </p:sp>
      <p:pic>
        <p:nvPicPr>
          <p:cNvPr id="114" name="Image 33" descr="preencoded.png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502920" y="10616184"/>
            <a:ext cx="182880" cy="182880"/>
          </a:xfrm>
          <a:prstGeom prst="rect">
            <a:avLst/>
          </a:prstGeom>
        </p:spPr>
      </p:pic>
      <p:sp>
        <p:nvSpPr>
          <p:cNvPr id="115" name="Text 79"/>
          <p:cNvSpPr/>
          <p:nvPr/>
        </p:nvSpPr>
        <p:spPr>
          <a:xfrm>
            <a:off x="758952" y="106070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NATGW</a:t>
            </a:r>
            <a:endParaRPr lang="en-US" sz="700" dirty="0"/>
          </a:p>
        </p:txBody>
      </p:sp>
      <p:sp>
        <p:nvSpPr>
          <p:cNvPr id="116" name="Text 80"/>
          <p:cNvSpPr/>
          <p:nvPr/>
        </p:nvSpPr>
        <p:spPr>
          <a:xfrm>
            <a:off x="1463040" y="10607040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VPC NAT Gateway</a:t>
            </a:r>
            <a:endParaRPr lang="en-US" sz="650" dirty="0"/>
          </a:p>
        </p:txBody>
      </p:sp>
      <p:pic>
        <p:nvPicPr>
          <p:cNvPr id="117" name="Image 34" descr="preencoded.png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502920" y="10908792"/>
            <a:ext cx="182880" cy="182880"/>
          </a:xfrm>
          <a:prstGeom prst="rect">
            <a:avLst/>
          </a:prstGeom>
        </p:spPr>
      </p:pic>
      <p:sp>
        <p:nvSpPr>
          <p:cNvPr id="118" name="Text 81"/>
          <p:cNvSpPr/>
          <p:nvPr/>
        </p:nvSpPr>
        <p:spPr>
          <a:xfrm>
            <a:off x="758952" y="108996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EC2</a:t>
            </a:r>
            <a:endParaRPr lang="en-US" sz="700" dirty="0"/>
          </a:p>
        </p:txBody>
      </p:sp>
      <p:sp>
        <p:nvSpPr>
          <p:cNvPr id="119" name="Text 82"/>
          <p:cNvSpPr/>
          <p:nvPr/>
        </p:nvSpPr>
        <p:spPr>
          <a:xfrm>
            <a:off x="1463040" y="10899648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EC2</a:t>
            </a:r>
            <a:endParaRPr lang="en-US" sz="650" dirty="0"/>
          </a:p>
        </p:txBody>
      </p:sp>
      <p:pic>
        <p:nvPicPr>
          <p:cNvPr id="120" name="Image 35" descr="preencoded.png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02920" y="11201400"/>
            <a:ext cx="182880" cy="182880"/>
          </a:xfrm>
          <a:prstGeom prst="rect">
            <a:avLst/>
          </a:prstGeom>
        </p:spPr>
      </p:pic>
      <p:sp>
        <p:nvSpPr>
          <p:cNvPr id="121" name="Text 83"/>
          <p:cNvSpPr/>
          <p:nvPr/>
        </p:nvSpPr>
        <p:spPr>
          <a:xfrm>
            <a:off x="758952" y="111922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EC2-Inst</a:t>
            </a:r>
            <a:endParaRPr lang="en-US" sz="700" dirty="0"/>
          </a:p>
        </p:txBody>
      </p:sp>
      <p:sp>
        <p:nvSpPr>
          <p:cNvPr id="122" name="Text 84"/>
          <p:cNvSpPr/>
          <p:nvPr/>
        </p:nvSpPr>
        <p:spPr>
          <a:xfrm>
            <a:off x="1463040" y="11192256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EC2 Instance</a:t>
            </a:r>
            <a:endParaRPr lang="en-US" sz="650" dirty="0"/>
          </a:p>
        </p:txBody>
      </p:sp>
      <p:pic>
        <p:nvPicPr>
          <p:cNvPr id="123" name="Image 36" descr="preencoded.png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502920" y="11494008"/>
            <a:ext cx="182880" cy="182880"/>
          </a:xfrm>
          <a:prstGeom prst="rect">
            <a:avLst/>
          </a:prstGeom>
        </p:spPr>
      </p:pic>
      <p:sp>
        <p:nvSpPr>
          <p:cNvPr id="124" name="Text 85"/>
          <p:cNvSpPr/>
          <p:nvPr/>
        </p:nvSpPr>
        <p:spPr>
          <a:xfrm>
            <a:off x="758952" y="114848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EBS-Vol</a:t>
            </a:r>
            <a:endParaRPr lang="en-US" sz="700" dirty="0"/>
          </a:p>
        </p:txBody>
      </p:sp>
      <p:sp>
        <p:nvSpPr>
          <p:cNvPr id="125" name="Text 86"/>
          <p:cNvSpPr/>
          <p:nvPr/>
        </p:nvSpPr>
        <p:spPr>
          <a:xfrm>
            <a:off x="1463040" y="11484864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EBS Volume</a:t>
            </a:r>
            <a:endParaRPr lang="en-US" sz="650" dirty="0"/>
          </a:p>
        </p:txBody>
      </p:sp>
      <p:pic>
        <p:nvPicPr>
          <p:cNvPr id="126" name="Image 37" descr="preencoded.png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4775835" y="960120"/>
            <a:ext cx="182880" cy="182880"/>
          </a:xfrm>
          <a:prstGeom prst="rect">
            <a:avLst/>
          </a:prstGeom>
        </p:spPr>
      </p:pic>
      <p:sp>
        <p:nvSpPr>
          <p:cNvPr id="127" name="Text 87"/>
          <p:cNvSpPr/>
          <p:nvPr/>
        </p:nvSpPr>
        <p:spPr>
          <a:xfrm>
            <a:off x="5031867" y="9509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ECS</a:t>
            </a:r>
            <a:endParaRPr lang="en-US" sz="700" dirty="0"/>
          </a:p>
        </p:txBody>
      </p:sp>
      <p:sp>
        <p:nvSpPr>
          <p:cNvPr id="128" name="Text 88"/>
          <p:cNvSpPr/>
          <p:nvPr/>
        </p:nvSpPr>
        <p:spPr>
          <a:xfrm>
            <a:off x="5735955" y="950976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Elastic Container Service</a:t>
            </a:r>
            <a:endParaRPr lang="en-US" sz="650" dirty="0"/>
          </a:p>
        </p:txBody>
      </p:sp>
      <p:pic>
        <p:nvPicPr>
          <p:cNvPr id="129" name="Image 38" descr="preencoded.png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4775835" y="1252728"/>
            <a:ext cx="182880" cy="182880"/>
          </a:xfrm>
          <a:prstGeom prst="rect">
            <a:avLst/>
          </a:prstGeom>
        </p:spPr>
      </p:pic>
      <p:sp>
        <p:nvSpPr>
          <p:cNvPr id="130" name="Text 89"/>
          <p:cNvSpPr/>
          <p:nvPr/>
        </p:nvSpPr>
        <p:spPr>
          <a:xfrm>
            <a:off x="5031867" y="12435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ECS-Task</a:t>
            </a:r>
            <a:endParaRPr lang="en-US" sz="700" dirty="0"/>
          </a:p>
        </p:txBody>
      </p:sp>
      <p:sp>
        <p:nvSpPr>
          <p:cNvPr id="131" name="Text 90"/>
          <p:cNvSpPr/>
          <p:nvPr/>
        </p:nvSpPr>
        <p:spPr>
          <a:xfrm>
            <a:off x="5735955" y="1243584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ECS Task</a:t>
            </a:r>
            <a:endParaRPr lang="en-US" sz="650" dirty="0"/>
          </a:p>
        </p:txBody>
      </p:sp>
      <p:pic>
        <p:nvPicPr>
          <p:cNvPr id="132" name="Image 39" descr="preencoded.png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4775835" y="1545336"/>
            <a:ext cx="182880" cy="182880"/>
          </a:xfrm>
          <a:prstGeom prst="rect">
            <a:avLst/>
          </a:prstGeom>
        </p:spPr>
      </p:pic>
      <p:sp>
        <p:nvSpPr>
          <p:cNvPr id="133" name="Text 91"/>
          <p:cNvSpPr/>
          <p:nvPr/>
        </p:nvSpPr>
        <p:spPr>
          <a:xfrm>
            <a:off x="5031867" y="153619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ECS-Svc</a:t>
            </a:r>
            <a:endParaRPr lang="en-US" sz="700" dirty="0"/>
          </a:p>
        </p:txBody>
      </p:sp>
      <p:sp>
        <p:nvSpPr>
          <p:cNvPr id="134" name="Text 92"/>
          <p:cNvSpPr/>
          <p:nvPr/>
        </p:nvSpPr>
        <p:spPr>
          <a:xfrm>
            <a:off x="5735955" y="1536192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ECS Service</a:t>
            </a:r>
            <a:endParaRPr lang="en-US" sz="650" dirty="0"/>
          </a:p>
        </p:txBody>
      </p:sp>
      <p:pic>
        <p:nvPicPr>
          <p:cNvPr id="135" name="Image 40" descr="preencoded.png">    </p:cNvPr>
          <p:cNvPicPr>
            <a:picLocks noChangeAspect="1"/>
          </p:cNvPicPr>
          <p:nvPr/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4775835" y="1837944"/>
            <a:ext cx="182880" cy="182880"/>
          </a:xfrm>
          <a:prstGeom prst="rect">
            <a:avLst/>
          </a:prstGeom>
        </p:spPr>
      </p:pic>
      <p:sp>
        <p:nvSpPr>
          <p:cNvPr id="136" name="Text 93"/>
          <p:cNvSpPr/>
          <p:nvPr/>
        </p:nvSpPr>
        <p:spPr>
          <a:xfrm>
            <a:off x="5031867" y="18288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EKS</a:t>
            </a:r>
            <a:endParaRPr lang="en-US" sz="700" dirty="0"/>
          </a:p>
        </p:txBody>
      </p:sp>
      <p:sp>
        <p:nvSpPr>
          <p:cNvPr id="137" name="Text 94"/>
          <p:cNvSpPr/>
          <p:nvPr/>
        </p:nvSpPr>
        <p:spPr>
          <a:xfrm>
            <a:off x="5735955" y="1828800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Elastic Kubernetes Service</a:t>
            </a:r>
            <a:endParaRPr lang="en-US" sz="650" dirty="0"/>
          </a:p>
        </p:txBody>
      </p:sp>
      <p:pic>
        <p:nvPicPr>
          <p:cNvPr id="138" name="Image 41" descr="preencoded.png">    </p:cNvPr>
          <p:cNvPicPr>
            <a:picLocks noChangeAspect="1"/>
          </p:cNvPicPr>
          <p:nvPr/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4775835" y="2130552"/>
            <a:ext cx="182880" cy="182880"/>
          </a:xfrm>
          <a:prstGeom prst="rect">
            <a:avLst/>
          </a:prstGeom>
        </p:spPr>
      </p:pic>
      <p:sp>
        <p:nvSpPr>
          <p:cNvPr id="139" name="Text 95"/>
          <p:cNvSpPr/>
          <p:nvPr/>
        </p:nvSpPr>
        <p:spPr>
          <a:xfrm>
            <a:off x="5031867" y="21214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Aurora</a:t>
            </a:r>
            <a:endParaRPr lang="en-US" sz="700" dirty="0"/>
          </a:p>
        </p:txBody>
      </p:sp>
      <p:sp>
        <p:nvSpPr>
          <p:cNvPr id="140" name="Text 96"/>
          <p:cNvSpPr/>
          <p:nvPr/>
        </p:nvSpPr>
        <p:spPr>
          <a:xfrm>
            <a:off x="5735955" y="2121408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Aurora</a:t>
            </a:r>
            <a:endParaRPr lang="en-US" sz="650" dirty="0"/>
          </a:p>
        </p:txBody>
      </p:sp>
      <p:pic>
        <p:nvPicPr>
          <p:cNvPr id="141" name="Image 42" descr="preencoded.png">    </p:cNvPr>
          <p:cNvPicPr>
            <a:picLocks noChangeAspect="1"/>
          </p:cNvPicPr>
          <p:nvPr/>
        </p:nvPicPr>
        <p:blipFill>
          <a:blip r:embed="rId85"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4775835" y="2423160"/>
            <a:ext cx="182880" cy="182880"/>
          </a:xfrm>
          <a:prstGeom prst="rect">
            <a:avLst/>
          </a:prstGeom>
        </p:spPr>
      </p:pic>
      <p:sp>
        <p:nvSpPr>
          <p:cNvPr id="142" name="Text 97"/>
          <p:cNvSpPr/>
          <p:nvPr/>
        </p:nvSpPr>
        <p:spPr>
          <a:xfrm>
            <a:off x="5031867" y="24140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Aur-Inst</a:t>
            </a:r>
            <a:endParaRPr lang="en-US" sz="700" dirty="0"/>
          </a:p>
        </p:txBody>
      </p:sp>
      <p:sp>
        <p:nvSpPr>
          <p:cNvPr id="143" name="Text 98"/>
          <p:cNvSpPr/>
          <p:nvPr/>
        </p:nvSpPr>
        <p:spPr>
          <a:xfrm>
            <a:off x="5735955" y="2414016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Aurora Instance</a:t>
            </a:r>
            <a:endParaRPr lang="en-US" sz="650" dirty="0"/>
          </a:p>
        </p:txBody>
      </p:sp>
      <p:pic>
        <p:nvPicPr>
          <p:cNvPr id="144" name="Image 43" descr="preencoded.png">    </p:cNvPr>
          <p:cNvPicPr>
            <a:picLocks noChangeAspect="1"/>
          </p:cNvPicPr>
          <p:nvPr/>
        </p:nvPicPr>
        <p:blipFill>
          <a:blip r:embed="rId87"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4775835" y="2715768"/>
            <a:ext cx="182880" cy="182880"/>
          </a:xfrm>
          <a:prstGeom prst="rect">
            <a:avLst/>
          </a:prstGeom>
        </p:spPr>
      </p:pic>
      <p:sp>
        <p:nvSpPr>
          <p:cNvPr id="145" name="Text 99"/>
          <p:cNvSpPr/>
          <p:nvPr/>
        </p:nvSpPr>
        <p:spPr>
          <a:xfrm>
            <a:off x="5031867" y="27066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</a:t>
            </a:r>
            <a:endParaRPr lang="en-US" sz="700" dirty="0"/>
          </a:p>
        </p:txBody>
      </p:sp>
      <p:sp>
        <p:nvSpPr>
          <p:cNvPr id="146" name="Text 100"/>
          <p:cNvSpPr/>
          <p:nvPr/>
        </p:nvSpPr>
        <p:spPr>
          <a:xfrm>
            <a:off x="5735955" y="2706624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ElastiCache</a:t>
            </a:r>
            <a:endParaRPr lang="en-US" sz="650" dirty="0"/>
          </a:p>
        </p:txBody>
      </p:sp>
      <p:pic>
        <p:nvPicPr>
          <p:cNvPr id="147" name="Image 44" descr="preencoded.png">    </p:cNvPr>
          <p:cNvPicPr>
            <a:picLocks noChangeAspect="1"/>
          </p:cNvPicPr>
          <p:nvPr/>
        </p:nvPicPr>
        <p:blipFill>
          <a:blip r:embed="rId89"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4775835" y="3008376"/>
            <a:ext cx="182880" cy="182880"/>
          </a:xfrm>
          <a:prstGeom prst="rect">
            <a:avLst/>
          </a:prstGeom>
        </p:spPr>
      </p:pic>
      <p:sp>
        <p:nvSpPr>
          <p:cNvPr id="148" name="Text 101"/>
          <p:cNvSpPr/>
          <p:nvPr/>
        </p:nvSpPr>
        <p:spPr>
          <a:xfrm>
            <a:off x="5031867" y="299923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EC2-Inst</a:t>
            </a:r>
            <a:endParaRPr lang="en-US" sz="700" dirty="0"/>
          </a:p>
        </p:txBody>
      </p:sp>
      <p:sp>
        <p:nvSpPr>
          <p:cNvPr id="149" name="Text 102"/>
          <p:cNvSpPr/>
          <p:nvPr/>
        </p:nvSpPr>
        <p:spPr>
          <a:xfrm>
            <a:off x="5735955" y="2999232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EC2 Instances</a:t>
            </a:r>
            <a:endParaRPr lang="en-US" sz="650" dirty="0"/>
          </a:p>
        </p:txBody>
      </p:sp>
      <p:pic>
        <p:nvPicPr>
          <p:cNvPr id="150" name="Image 45" descr="preencoded.png">    </p:cNvPr>
          <p:cNvPicPr>
            <a:picLocks noChangeAspect="1"/>
          </p:cNvPicPr>
          <p:nvPr/>
        </p:nvPicPr>
        <p:blipFill>
          <a:blip r:embed="rId91"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4775835" y="3300984"/>
            <a:ext cx="182880" cy="182880"/>
          </a:xfrm>
          <a:prstGeom prst="rect">
            <a:avLst/>
          </a:prstGeom>
        </p:spPr>
      </p:pic>
      <p:sp>
        <p:nvSpPr>
          <p:cNvPr id="151" name="Text 103"/>
          <p:cNvSpPr/>
          <p:nvPr/>
        </p:nvSpPr>
        <p:spPr>
          <a:xfrm>
            <a:off x="5031867" y="32918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ECS-SC</a:t>
            </a:r>
            <a:endParaRPr lang="en-US" sz="700" dirty="0"/>
          </a:p>
        </p:txBody>
      </p:sp>
      <p:sp>
        <p:nvSpPr>
          <p:cNvPr id="152" name="Text 104"/>
          <p:cNvSpPr/>
          <p:nvPr/>
        </p:nvSpPr>
        <p:spPr>
          <a:xfrm>
            <a:off x="5735955" y="3291840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ECS Service Connect</a:t>
            </a:r>
            <a:endParaRPr lang="en-US" sz="650" dirty="0"/>
          </a:p>
        </p:txBody>
      </p:sp>
      <p:pic>
        <p:nvPicPr>
          <p:cNvPr id="153" name="Image 46" descr="preencoded.png">    </p:cNvPr>
          <p:cNvPicPr>
            <a:picLocks noChangeAspect="1"/>
          </p:cNvPicPr>
          <p:nvPr/>
        </p:nvPicPr>
        <p:blipFill>
          <a:blip r:embed="rId93"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4775835" y="3593592"/>
            <a:ext cx="182880" cy="182880"/>
          </a:xfrm>
          <a:prstGeom prst="rect">
            <a:avLst/>
          </a:prstGeom>
        </p:spPr>
      </p:pic>
      <p:sp>
        <p:nvSpPr>
          <p:cNvPr id="154" name="Text 105"/>
          <p:cNvSpPr/>
          <p:nvPr/>
        </p:nvSpPr>
        <p:spPr>
          <a:xfrm>
            <a:off x="5031867" y="35844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ECR-Img</a:t>
            </a:r>
            <a:endParaRPr lang="en-US" sz="700" dirty="0"/>
          </a:p>
        </p:txBody>
      </p:sp>
      <p:sp>
        <p:nvSpPr>
          <p:cNvPr id="155" name="Text 106"/>
          <p:cNvSpPr/>
          <p:nvPr/>
        </p:nvSpPr>
        <p:spPr>
          <a:xfrm>
            <a:off x="5735955" y="3584448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ECR Image</a:t>
            </a:r>
            <a:endParaRPr lang="en-US" sz="650" dirty="0"/>
          </a:p>
        </p:txBody>
      </p:sp>
      <p:pic>
        <p:nvPicPr>
          <p:cNvPr id="156" name="Image 47" descr="preencoded.png">    </p:cNvPr>
          <p:cNvPicPr>
            <a:picLocks noChangeAspect="1"/>
          </p:cNvPicPr>
          <p:nvPr/>
        </p:nvPicPr>
        <p:blipFill>
          <a:blip r:embed="rId95"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4775835" y="3886200"/>
            <a:ext cx="182880" cy="182880"/>
          </a:xfrm>
          <a:prstGeom prst="rect">
            <a:avLst/>
          </a:prstGeom>
        </p:spPr>
      </p:pic>
      <p:sp>
        <p:nvSpPr>
          <p:cNvPr id="157" name="Text 107"/>
          <p:cNvSpPr/>
          <p:nvPr/>
        </p:nvSpPr>
        <p:spPr>
          <a:xfrm>
            <a:off x="5031867" y="38770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RDS</a:t>
            </a:r>
            <a:endParaRPr lang="en-US" sz="700" dirty="0"/>
          </a:p>
        </p:txBody>
      </p:sp>
      <p:sp>
        <p:nvSpPr>
          <p:cNvPr id="158" name="Text 108"/>
          <p:cNvSpPr/>
          <p:nvPr/>
        </p:nvSpPr>
        <p:spPr>
          <a:xfrm>
            <a:off x="5735955" y="3877056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RDS</a:t>
            </a:r>
            <a:endParaRPr lang="en-US" sz="650" dirty="0"/>
          </a:p>
        </p:txBody>
      </p:sp>
      <p:pic>
        <p:nvPicPr>
          <p:cNvPr id="159" name="Image 48" descr="preencoded.png">    </p:cNvPr>
          <p:cNvPicPr>
            <a:picLocks noChangeAspect="1"/>
          </p:cNvPicPr>
          <p:nvPr/>
        </p:nvPicPr>
        <p:blipFill>
          <a:blip r:embed="rId97"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4775835" y="4178808"/>
            <a:ext cx="182880" cy="182880"/>
          </a:xfrm>
          <a:prstGeom prst="rect">
            <a:avLst/>
          </a:prstGeom>
        </p:spPr>
      </p:pic>
      <p:sp>
        <p:nvSpPr>
          <p:cNvPr id="160" name="Text 109"/>
          <p:cNvSpPr/>
          <p:nvPr/>
        </p:nvSpPr>
        <p:spPr>
          <a:xfrm>
            <a:off x="5031867" y="41696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RDS-MAZ</a:t>
            </a:r>
            <a:endParaRPr lang="en-US" sz="700" dirty="0"/>
          </a:p>
        </p:txBody>
      </p:sp>
      <p:sp>
        <p:nvSpPr>
          <p:cNvPr id="161" name="Text 110"/>
          <p:cNvSpPr/>
          <p:nvPr/>
        </p:nvSpPr>
        <p:spPr>
          <a:xfrm>
            <a:off x="5735955" y="4169664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RDS Multi-AZ</a:t>
            </a:r>
            <a:endParaRPr lang="en-US" sz="650" dirty="0"/>
          </a:p>
        </p:txBody>
      </p:sp>
      <p:pic>
        <p:nvPicPr>
          <p:cNvPr id="162" name="Image 49" descr="preencoded.png">    </p:cNvPr>
          <p:cNvPicPr>
            <a:picLocks noChangeAspect="1"/>
          </p:cNvPicPr>
          <p:nvPr/>
        </p:nvPicPr>
        <p:blipFill>
          <a:blip r:embed="rId99"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4775835" y="4471416"/>
            <a:ext cx="182880" cy="182880"/>
          </a:xfrm>
          <a:prstGeom prst="rect">
            <a:avLst/>
          </a:prstGeom>
        </p:spPr>
      </p:pic>
      <p:sp>
        <p:nvSpPr>
          <p:cNvPr id="163" name="Text 111"/>
          <p:cNvSpPr/>
          <p:nvPr/>
        </p:nvSpPr>
        <p:spPr>
          <a:xfrm>
            <a:off x="5031867" y="44622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RDS-Prx</a:t>
            </a:r>
            <a:endParaRPr lang="en-US" sz="700" dirty="0"/>
          </a:p>
        </p:txBody>
      </p:sp>
      <p:sp>
        <p:nvSpPr>
          <p:cNvPr id="164" name="Text 112"/>
          <p:cNvSpPr/>
          <p:nvPr/>
        </p:nvSpPr>
        <p:spPr>
          <a:xfrm>
            <a:off x="5735955" y="4462272"/>
            <a:ext cx="32670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E1E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RDS Proxy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out.pptx</dc:title>
  <dc:subject>xaligo PPTX export</dc:subject>
  <dc:creator>xaligo</dc:creator>
  <cp:lastModifiedBy>xaligo</cp:lastModifiedBy>
  <cp:revision>1</cp:revision>
  <dcterms:created xsi:type="dcterms:W3CDTF">2026-06-18T19:46:31Z</dcterms:created>
  <dcterms:modified xsi:type="dcterms:W3CDTF">2026-06-18T19:46:31Z</dcterms:modified>
</cp:coreProperties>
</file>